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4"/>
  </p:sldMasterIdLst>
  <p:notesMasterIdLst>
    <p:notesMasterId r:id="rId9"/>
  </p:notesMasterIdLst>
  <p:handoutMasterIdLst>
    <p:handoutMasterId r:id="rId10"/>
  </p:handoutMasterIdLst>
  <p:sldIdLst>
    <p:sldId id="368" r:id="rId5"/>
    <p:sldId id="372" r:id="rId6"/>
    <p:sldId id="303" r:id="rId7"/>
    <p:sldId id="369" r:id="rId8"/>
  </p:sldIdLst>
  <p:sldSz cx="12192000" cy="6858000"/>
  <p:notesSz cx="6858000" cy="9144000"/>
  <p:custDataLst>
    <p:tags r:id="rId1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nerbeck Anke, CB-1" initials="DAC" lastIdx="16" clrIdx="0">
    <p:extLst>
      <p:ext uri="{19B8F6BF-5375-455C-9EA6-DF929625EA0E}">
        <p15:presenceInfo xmlns:p15="http://schemas.microsoft.com/office/powerpoint/2012/main" userId="S::anke.dannerbeck@bmwgroup.com::fd0449d5-378d-4b92-af7e-1dec4ec42989" providerId="AD"/>
      </p:ext>
    </p:extLst>
  </p:cmAuthor>
  <p:cmAuthor id="2" name="Mazur Karen, AU-1" initials="MKA" lastIdx="21" clrIdx="1">
    <p:extLst>
      <p:ext uri="{19B8F6BF-5375-455C-9EA6-DF929625EA0E}">
        <p15:presenceInfo xmlns:p15="http://schemas.microsoft.com/office/powerpoint/2012/main" userId="Mazur Karen, AU-1" providerId="None"/>
      </p:ext>
    </p:extLst>
  </p:cmAuthor>
  <p:cmAuthor id="3" name="Karen" initials="K" lastIdx="1" clrIdx="2">
    <p:extLst>
      <p:ext uri="{19B8F6BF-5375-455C-9EA6-DF929625EA0E}">
        <p15:presenceInfo xmlns:p15="http://schemas.microsoft.com/office/powerpoint/2012/main" userId="Kar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6F6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6056" autoAdjust="0"/>
  </p:normalViewPr>
  <p:slideViewPr>
    <p:cSldViewPr snapToGrid="0">
      <p:cViewPr varScale="1">
        <p:scale>
          <a:sx n="102" d="100"/>
          <a:sy n="102" d="100"/>
        </p:scale>
        <p:origin x="840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8" d="100"/>
          <a:sy n="78" d="100"/>
        </p:scale>
        <p:origin x="31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BMWGroupTN Condensed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581A5-E4C6-4927-B3C0-8FAA582B9D53}" type="datetimeFigureOut">
              <a:rPr lang="de-DE" smtClean="0">
                <a:latin typeface="BMWGroupTN Condensed" pitchFamily="50" charset="0"/>
              </a:rPr>
              <a:t>06.02.2026</a:t>
            </a:fld>
            <a:endParaRPr lang="de-DE" dirty="0">
              <a:latin typeface="BMWGroupTN Condensed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BMWGroupTN Condensed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B3B58-435A-4CAB-BEDA-B203A898BBFC}" type="slidenum">
              <a:rPr lang="de-DE" smtClean="0">
                <a:latin typeface="BMWGroupTN Condensed" pitchFamily="50" charset="0"/>
              </a:rPr>
              <a:t>‹#›</a:t>
            </a:fld>
            <a:endParaRPr lang="de-DE" dirty="0">
              <a:latin typeface="BMWGroupTN Condense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45513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BMWGroupTN Condensed" pitchFamily="50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BMWGroupTN Condensed" pitchFamily="50" charset="0"/>
              </a:defRPr>
            </a:lvl1pPr>
          </a:lstStyle>
          <a:p>
            <a:fld id="{C9ACC0F7-209C-4EE4-A1D5-BFF0CBCA9BC3}" type="datetimeFigureOut">
              <a:rPr lang="de-DE" smtClean="0"/>
              <a:pPr/>
              <a:t>06.02.2026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BMWGroupTN Condensed" pitchFamily="50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BMWGroupTN Condensed" pitchFamily="50" charset="0"/>
              </a:defRPr>
            </a:lvl1pPr>
          </a:lstStyle>
          <a:p>
            <a:fld id="{845B7A2B-9D63-4AB1-9A7A-EE5F31796489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226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B7A2B-9D63-4AB1-9A7A-EE5F31796489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7995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B7A2B-9D63-4AB1-9A7A-EE5F31796489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0921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Full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E701C665-C272-490E-8A21-0107CBA54E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2916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E701C665-C272-490E-8A21-0107CBA54E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E0EF039-EC0F-446F-B82A-2FB6C817C8A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2000" cy="6572262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/>
          <a:lstStyle>
            <a:lvl1pPr marL="0" indent="0" rtl="0">
              <a:lnSpc>
                <a:spcPct val="100000"/>
              </a:lnSpc>
              <a:spcAft>
                <a:spcPts val="600"/>
              </a:spcAft>
              <a:buNone/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14" name="Textplatzhalter 14">
            <a:extLst>
              <a:ext uri="{FF2B5EF4-FFF2-40B4-BE49-F238E27FC236}">
                <a16:creationId xmlns:a16="http://schemas.microsoft.com/office/drawing/2014/main" id="{88DEDB73-663D-4E69-BA2A-A35D3F0824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37701" y="5887328"/>
            <a:ext cx="2654300" cy="419100"/>
          </a:xfrm>
          <a:custGeom>
            <a:avLst/>
            <a:gdLst>
              <a:gd name="connsiteX0" fmla="*/ 262299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2125" h="363401">
                <a:moveTo>
                  <a:pt x="203807" y="0"/>
                </a:moveTo>
                <a:lnTo>
                  <a:pt x="1762125" y="0"/>
                </a:lnTo>
                <a:lnTo>
                  <a:pt x="1762125" y="363401"/>
                </a:lnTo>
                <a:lnTo>
                  <a:pt x="0" y="363401"/>
                </a:lnTo>
                <a:lnTo>
                  <a:pt x="203807" y="0"/>
                </a:lnTo>
                <a:close/>
              </a:path>
            </a:pathLst>
          </a:custGeom>
          <a:solidFill>
            <a:schemeClr val="tx2"/>
          </a:solidFill>
          <a:ln w="19050">
            <a:noFill/>
            <a:miter lim="800000"/>
          </a:ln>
          <a:effectLst>
            <a:outerShdw dist="25400" dir="144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432054" tIns="72000" rIns="504000" bIns="72000" rtlCol="0" anchor="ctr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lang="de-DE" sz="1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de-DE" dirty="0" err="1"/>
              <a:t>Dept</a:t>
            </a:r>
            <a:r>
              <a:rPr lang="de-DE" dirty="0"/>
              <a:t>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3837978"/>
            <a:ext cx="12192000" cy="1376513"/>
          </a:xfrm>
          <a:noFill/>
        </p:spPr>
        <p:txBody>
          <a:bodyPr vert="horz" wrap="square" lIns="572400" tIns="72000" rIns="572400" bIns="72000" anchor="b">
            <a:no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title, two lines maximum.</a:t>
            </a:r>
            <a:br>
              <a:rPr lang="en-US" noProof="0" dirty="0"/>
            </a:br>
            <a:r>
              <a:rPr lang="en-US" noProof="0" dirty="0"/>
              <a:t>text can be moved vertically.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0" y="5311365"/>
            <a:ext cx="12192000" cy="453183"/>
          </a:xfrm>
          <a:prstGeom prst="rect">
            <a:avLst/>
          </a:prstGeom>
          <a:noFill/>
        </p:spPr>
        <p:txBody>
          <a:bodyPr wrap="square" lIns="572400" tIns="72000" rIns="572400" bIns="72000"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0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dirty="0" err="1"/>
              <a:t>SubTitle</a:t>
            </a:r>
            <a:r>
              <a:rPr lang="de-DE" noProof="0" dirty="0"/>
              <a:t>,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</a:t>
            </a:r>
            <a:r>
              <a:rPr lang="en-US" noProof="0" dirty="0"/>
              <a:t>maximum</a:t>
            </a:r>
            <a:r>
              <a:rPr lang="de-DE" noProof="0" dirty="0"/>
              <a:t>.</a:t>
            </a:r>
          </a:p>
        </p:txBody>
      </p:sp>
      <p:sp>
        <p:nvSpPr>
          <p:cNvPr id="17" name="SmartArt-Platzhalter 6">
            <a:extLst>
              <a:ext uri="{FF2B5EF4-FFF2-40B4-BE49-F238E27FC236}">
                <a16:creationId xmlns:a16="http://schemas.microsoft.com/office/drawing/2014/main" id="{BEF5298C-10DE-4459-A25C-6BF3ABC562A5}"/>
              </a:ext>
            </a:extLst>
          </p:cNvPr>
          <p:cNvSpPr>
            <a:spLocks noGrp="1" noChangeAspect="1"/>
          </p:cNvSpPr>
          <p:nvPr>
            <p:ph type="dgm" sz="quarter" idx="24" hasCustomPrompt="1"/>
          </p:nvPr>
        </p:nvSpPr>
        <p:spPr>
          <a:xfrm>
            <a:off x="572400" y="572399"/>
            <a:ext cx="1099906" cy="572400"/>
          </a:xfr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8" name="SmartArt-Platzhalter 4">
            <a:extLst>
              <a:ext uri="{FF2B5EF4-FFF2-40B4-BE49-F238E27FC236}">
                <a16:creationId xmlns:a16="http://schemas.microsoft.com/office/drawing/2014/main" id="{FCCF42BF-D9E0-4820-BABA-DAF1A43D227B}"/>
              </a:ext>
            </a:extLst>
          </p:cNvPr>
          <p:cNvSpPr>
            <a:spLocks noGrp="1" noChangeAspect="1"/>
          </p:cNvSpPr>
          <p:nvPr>
            <p:ph type="dgm" sz="quarter" idx="23" hasCustomPrompt="1"/>
          </p:nvPr>
        </p:nvSpPr>
        <p:spPr>
          <a:xfrm>
            <a:off x="9947294" y="572400"/>
            <a:ext cx="1672306" cy="572400"/>
          </a:xfr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C8B21A6-8453-43A9-BD65-C40990DB6E0F}"/>
              </a:ext>
            </a:extLst>
          </p:cNvPr>
          <p:cNvSpPr/>
          <p:nvPr userDrawn="1"/>
        </p:nvSpPr>
        <p:spPr bwMode="white">
          <a:xfrm>
            <a:off x="11001080" y="6608189"/>
            <a:ext cx="1190920" cy="249811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156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" userDrawn="1">
          <p15:clr>
            <a:srgbClr val="FBAE40"/>
          </p15:clr>
        </p15:guide>
        <p15:guide id="2" pos="73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| Half Area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EF5BEF2A-9A1E-4EAC-B0F5-2DDB471F42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4446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EF5BEF2A-9A1E-4EAC-B0F5-2DDB471F42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6B223D4-141A-4CF8-A0E8-2BDBE75FE8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422302"/>
            <a:ext cx="6369154" cy="1144352"/>
          </a:xfrm>
        </p:spPr>
        <p:txBody>
          <a:bodyPr wrap="square" lIns="0" tIns="0" rIns="0" bIns="0">
            <a:noAutofit/>
          </a:bodyPr>
          <a:lstStyle>
            <a:lvl1pPr marL="0" indent="0" rtl="0">
              <a:lnSpc>
                <a:spcPct val="100000"/>
              </a:lnSpc>
              <a:buFontTx/>
              <a:buNone/>
              <a:defRPr sz="7200" b="1">
                <a:solidFill>
                  <a:schemeClr val="tx2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 noProof="0" dirty="0"/>
              <a:t>A1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9518E7B-00FD-45A8-91EB-08EBB2BB7FA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43270" y="1"/>
            <a:ext cx="4848730" cy="6570481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lvl1pPr marL="0" indent="0" rtl="0">
              <a:lnSpc>
                <a:spcPct val="100000"/>
              </a:lnSpc>
              <a:buNone/>
              <a:defRPr lang="en-GB">
                <a:latin typeface="BMWGroupTN Condensed" pitchFamily="50" charset="0"/>
              </a:defRPr>
            </a:lvl1pPr>
          </a:lstStyle>
          <a:p>
            <a:pPr marL="0" lvl="0"/>
            <a:r>
              <a:rPr lang="de-DE" noProof="0" dirty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9808" y="2565951"/>
            <a:ext cx="6374130" cy="1846659"/>
          </a:xfrm>
          <a:noFill/>
        </p:spPr>
        <p:txBody>
          <a:bodyPr vert="horz" wrap="square" lIns="0" tIns="0" rIns="0" bIns="0" anchor="t" anchorCtr="0">
            <a:no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b="0" cap="all" baseline="0">
                <a:solidFill>
                  <a:schemeClr val="tx1"/>
                </a:solidFill>
              </a:defRPr>
            </a:lvl1pPr>
          </a:lstStyle>
          <a:p>
            <a:r>
              <a:rPr lang="de-DE" noProof="0" dirty="0" err="1"/>
              <a:t>Divider</a:t>
            </a:r>
            <a:r>
              <a:rPr lang="de-DE" noProof="0" dirty="0"/>
              <a:t>.</a:t>
            </a:r>
            <a:br>
              <a:rPr lang="de-DE" noProof="0" dirty="0"/>
            </a:br>
            <a:r>
              <a:rPr lang="de-DE" noProof="0" dirty="0" err="1"/>
              <a:t>Coloured</a:t>
            </a:r>
            <a:r>
              <a:rPr lang="de-DE" noProof="0" dirty="0"/>
              <a:t> Area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br>
              <a:rPr lang="de-DE" noProof="0" dirty="0"/>
            </a:br>
            <a:r>
              <a:rPr lang="de-DE" noProof="0" dirty="0"/>
              <a:t>Picture on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right</a:t>
            </a:r>
            <a:r>
              <a:rPr lang="de-DE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1348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DEE7053F-DB9B-44B2-AD0F-3AB1F6CB57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3193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DEE7053F-DB9B-44B2-AD0F-3AB1F6CB57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5953048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C568A48D-FC8F-4A69-A7C6-8F5625DC62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39781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C568A48D-FC8F-4A69-A7C6-8F5625DC62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2665323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pos="3704" userDrawn="1">
          <p15:clr>
            <a:srgbClr val="FBAE40"/>
          </p15:clr>
        </p15:guide>
        <p15:guide id="12" pos="397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45D995C9-90CA-4EE8-9DD8-83F6741396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8025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45D995C9-90CA-4EE8-9DD8-83F6741396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3628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14166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0">
          <p15:clr>
            <a:srgbClr val="FBAE40"/>
          </p15:clr>
        </p15:guide>
        <p15:guide id="2" pos="2712">
          <p15:clr>
            <a:srgbClr val="FBAE40"/>
          </p15:clr>
        </p15:guide>
        <p15:guide id="3" pos="5118">
          <p15:clr>
            <a:srgbClr val="FBAE40"/>
          </p15:clr>
        </p15:guide>
        <p15:guide id="4" pos="497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A87CDE6-4D31-464C-B238-7EB6F6DBD0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6818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A87CDE6-4D31-464C-B238-7EB6F6DBD0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366885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68">
          <p15:clr>
            <a:srgbClr val="FBAE40"/>
          </p15:clr>
        </p15:guide>
        <p15:guide id="2" pos="2111">
          <p15:clr>
            <a:srgbClr val="FBAE40"/>
          </p15:clr>
        </p15:guide>
        <p15:guide id="3" pos="3771">
          <p15:clr>
            <a:srgbClr val="FBAE40"/>
          </p15:clr>
        </p15:guide>
        <p15:guide id="4" pos="3915">
          <p15:clr>
            <a:srgbClr val="FBAE40"/>
          </p15:clr>
        </p15:guide>
        <p15:guide id="5" pos="5576">
          <p15:clr>
            <a:srgbClr val="FBAE40"/>
          </p15:clr>
        </p15:guide>
        <p15:guide id="6" pos="57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5645238-9DEC-4A72-9BA1-F517092FAE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1232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05645238-9DEC-4A72-9BA1-F517092FAE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2689306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4" pos="3704" userDrawn="1">
          <p15:clr>
            <a:srgbClr val="FBAE40"/>
          </p15:clr>
        </p15:guide>
        <p15:guide id="15" pos="3976" userDrawn="1">
          <p15:clr>
            <a:srgbClr val="FBAE40"/>
          </p15:clr>
        </p15:guide>
        <p15:guide id="16" orient="horz" pos="2500" userDrawn="1">
          <p15:clr>
            <a:srgbClr val="FBAE40"/>
          </p15:clr>
        </p15:guide>
        <p15:guide id="17" orient="horz" pos="236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D1CCC0F5-E43D-4616-B7C4-E058ADB680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8728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D1CCC0F5-E43D-4616-B7C4-E058ADB680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D9028297-F8A3-40B3-AA36-477ABB38F3E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11224684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cap="all" baseline="0"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5680529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9873D050-8C41-4684-9B1D-81971AB5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6562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9873D050-8C41-4684-9B1D-81971AB5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BA9CD6AC-9C73-4D8F-9F5C-1CF35772BD3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17288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4EA6A0CB-E01D-4647-9CEB-66AA9684281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6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188099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711" userDrawn="1">
          <p15:clr>
            <a:srgbClr val="FBAE40"/>
          </p15:clr>
        </p15:guide>
        <p15:guide id="6" pos="39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F7C54160-9C46-4866-882D-50B5C096B1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61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F7C54160-9C46-4866-882D-50B5C096B1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Inhaltsplatzhalter 3">
            <a:extLst>
              <a:ext uri="{FF2B5EF4-FFF2-40B4-BE49-F238E27FC236}">
                <a16:creationId xmlns:a16="http://schemas.microsoft.com/office/drawing/2014/main" id="{3988BB4E-F1CA-4BC0-993D-C218662BA852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16069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0D7FB171-0CB4-4740-8625-DD15BF1FF8D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6" name="Inhaltsplatzhalter 1">
            <a:extLst>
              <a:ext uri="{FF2B5EF4-FFF2-40B4-BE49-F238E27FC236}">
                <a16:creationId xmlns:a16="http://schemas.microsoft.com/office/drawing/2014/main" id="{51462A60-9CA1-461B-A29A-E91D63B6095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6050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7" userDrawn="1">
          <p15:clr>
            <a:srgbClr val="FBAE40"/>
          </p15:clr>
        </p15:guide>
        <p15:guide id="4" pos="4978" userDrawn="1">
          <p15:clr>
            <a:srgbClr val="FBAE40"/>
          </p15:clr>
        </p15:guide>
        <p15:guide id="5" pos="2710" userDrawn="1">
          <p15:clr>
            <a:srgbClr val="FBAE40"/>
          </p15:clr>
        </p15:guide>
        <p15:guide id="6" pos="511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562CC6E-EDA2-4F9E-A09B-A2E54AB188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10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562CC6E-EDA2-4F9E-A09B-A2E54AB188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Inhaltsplatzhalter 4">
            <a:extLst>
              <a:ext uri="{FF2B5EF4-FFF2-40B4-BE49-F238E27FC236}">
                <a16:creationId xmlns:a16="http://schemas.microsoft.com/office/drawing/2014/main" id="{8BA2F5EE-5EBD-4514-8AF6-B05EC345392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69460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32" name="Inhaltsplatzhalter 3">
            <a:extLst>
              <a:ext uri="{FF2B5EF4-FFF2-40B4-BE49-F238E27FC236}">
                <a16:creationId xmlns:a16="http://schemas.microsoft.com/office/drawing/2014/main" id="{60EC06ED-6F07-4680-9AE2-23D7698B36DA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09289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027E4EC2-9005-40D4-918C-FD11293AE43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49118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8" name="Inhaltsplatzhalter 1">
            <a:extLst>
              <a:ext uri="{FF2B5EF4-FFF2-40B4-BE49-F238E27FC236}">
                <a16:creationId xmlns:a16="http://schemas.microsoft.com/office/drawing/2014/main" id="{CD857AE5-6C50-432B-94B7-EC5D4821331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634068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5705" userDrawn="1">
          <p15:clr>
            <a:srgbClr val="FBAE40"/>
          </p15:clr>
        </p15:guide>
        <p15:guide id="7" pos="1977" userDrawn="1">
          <p15:clr>
            <a:srgbClr val="FBAE40"/>
          </p15:clr>
        </p15:guide>
        <p15:guide id="8" pos="2104" userDrawn="1">
          <p15:clr>
            <a:srgbClr val="FBAE40"/>
          </p15:clr>
        </p15:guide>
        <p15:guide id="9" pos="3777" userDrawn="1">
          <p15:clr>
            <a:srgbClr val="FBAE40"/>
          </p15:clr>
        </p15:guide>
        <p15:guide id="10" pos="3905" userDrawn="1">
          <p15:clr>
            <a:srgbClr val="FBAE40"/>
          </p15:clr>
        </p15:guide>
        <p15:guide id="11" pos="557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78D39B1E-A015-4084-940D-8BBABCAACD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82133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78D39B1E-A015-4084-940D-8BBABCAACD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Inhaltsplatzhalter 4"/>
          <p:cNvSpPr>
            <a:spLocks noGrp="1"/>
          </p:cNvSpPr>
          <p:nvPr>
            <p:ph sz="quarter" idx="13" hasCustomPrompt="1"/>
          </p:nvPr>
        </p:nvSpPr>
        <p:spPr>
          <a:xfrm>
            <a:off x="6317289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2" hasCustomPrompt="1"/>
          </p:nvPr>
        </p:nvSpPr>
        <p:spPr>
          <a:xfrm>
            <a:off x="488947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6" name="Inhaltsplatzhalter 2"/>
          <p:cNvSpPr>
            <a:spLocks noGrp="1"/>
          </p:cNvSpPr>
          <p:nvPr>
            <p:ph sz="quarter" idx="11" hasCustomPrompt="1"/>
          </p:nvPr>
        </p:nvSpPr>
        <p:spPr>
          <a:xfrm>
            <a:off x="6317289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4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397895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3711" userDrawn="1">
          <p15:clr>
            <a:srgbClr val="FBAE40"/>
          </p15:clr>
        </p15:guide>
        <p15:guide id="14" pos="3977" userDrawn="1">
          <p15:clr>
            <a:srgbClr val="FBAE40"/>
          </p15:clr>
        </p15:guide>
        <p15:guide id="15" orient="horz" pos="2365" userDrawn="1">
          <p15:clr>
            <a:srgbClr val="FBAE40"/>
          </p15:clr>
        </p15:guide>
        <p15:guide id="16" orient="horz" pos="250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54C7F330-3D64-4FB0-93F8-C1BA49AFA8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25357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54C7F330-3D64-4FB0-93F8-C1BA49AFA8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>
                <a:tab pos="4927600" algn="l"/>
              </a:tabLs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DF2DED3-0602-4827-AE5B-D7DA542659F4}"/>
              </a:ext>
            </a:extLst>
          </p:cNvPr>
          <p:cNvSpPr>
            <a:spLocks/>
          </p:cNvSpPr>
          <p:nvPr userDrawn="1"/>
        </p:nvSpPr>
        <p:spPr>
          <a:xfrm>
            <a:off x="0" y="1244598"/>
            <a:ext cx="12192000" cy="5326065"/>
          </a:xfrm>
          <a:prstGeom prst="rect">
            <a:avLst/>
          </a:prstGeom>
          <a:gradFill>
            <a:gsLst>
              <a:gs pos="1000">
                <a:schemeClr val="accent4"/>
              </a:gs>
              <a:gs pos="100000">
                <a:schemeClr val="accent6"/>
              </a:gs>
            </a:gsLst>
            <a:lin ang="5400000" scaled="0"/>
          </a:gradFill>
        </p:spPr>
        <p:txBody>
          <a:bodyPr vert="horz" lIns="0" tIns="0" rIns="0" bIns="720000" rtlCol="0" anchor="ctr" anchorCtr="0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788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Area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54C7F330-3D64-4FB0-93F8-C1BA49AFA8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25357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54C7F330-3D64-4FB0-93F8-C1BA49AFA8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>
                <a:tab pos="4927600" algn="l"/>
              </a:tabLs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DF2DED3-0602-4827-AE5B-D7DA542659F4}"/>
              </a:ext>
            </a:extLst>
          </p:cNvPr>
          <p:cNvSpPr>
            <a:spLocks/>
          </p:cNvSpPr>
          <p:nvPr userDrawn="1"/>
        </p:nvSpPr>
        <p:spPr>
          <a:xfrm>
            <a:off x="0" y="1244598"/>
            <a:ext cx="12192000" cy="5326065"/>
          </a:xfrm>
          <a:prstGeom prst="rect">
            <a:avLst/>
          </a:prstGeo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 vert="horz" lIns="0" tIns="0" rIns="0" bIns="720000" rtlCol="0" anchor="ctr" anchorCtr="0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231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F2FD9A65-9362-4228-B368-164FA84D17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6525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F2FD9A65-9362-4228-B368-164FA84D17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6316130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4" name="Bildplatzhalter 1">
            <a:extLst>
              <a:ext uri="{FF2B5EF4-FFF2-40B4-BE49-F238E27FC236}">
                <a16:creationId xmlns:a16="http://schemas.microsoft.com/office/drawing/2014/main" id="{5730C142-F37E-4F0E-997D-1B4882F0DF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27441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pos="3713" userDrawn="1">
          <p15:clr>
            <a:srgbClr val="FBAE40"/>
          </p15:clr>
        </p15:guide>
        <p15:guide id="12" pos="396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4E3B85CB-7648-45C2-8AA4-9F501EFD04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4752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4E3B85CB-7648-45C2-8AA4-9F501EFD04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5FB2A3B7-A796-4B19-828B-216A63DF688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5553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3962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pos="3713">
          <p15:clr>
            <a:srgbClr val="FBAE40"/>
          </p15:clr>
        </p15:guide>
        <p15:guide id="10" pos="396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8ECEF4E8-D1ED-4741-8EA5-2F059DE1A8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41619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8ECEF4E8-D1ED-4741-8EA5-2F059DE1A8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2">
            <a:extLst>
              <a:ext uri="{FF2B5EF4-FFF2-40B4-BE49-F238E27FC236}">
                <a16:creationId xmlns:a16="http://schemas.microsoft.com/office/drawing/2014/main" id="{21DD1C87-BB96-419F-854D-07AA4BC5BB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17289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7" name="Bildplatzhalter 1">
            <a:extLst>
              <a:ext uri="{FF2B5EF4-FFF2-40B4-BE49-F238E27FC236}">
                <a16:creationId xmlns:a16="http://schemas.microsoft.com/office/drawing/2014/main" id="{002A9939-48F2-4545-B99B-4FBDD4F466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8947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21A07BCC-CBB3-45C5-871C-CEC015A95C5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968797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3" name="Inhaltsplatzhalter 1">
            <a:extLst>
              <a:ext uri="{FF2B5EF4-FFF2-40B4-BE49-F238E27FC236}">
                <a16:creationId xmlns:a16="http://schemas.microsoft.com/office/drawing/2014/main" id="{4842ABB0-6221-4430-AD7F-233AE6B84A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6130" y="3968798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25782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3977" userDrawn="1">
          <p15:clr>
            <a:srgbClr val="FBAE40"/>
          </p15:clr>
        </p15:guide>
        <p15:guide id="14" pos="371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58C59CFA-1435-478E-96A7-9D9FDB54C8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8118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58C59CFA-1435-478E-96A7-9D9FDB54C8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 3">
            <a:extLst>
              <a:ext uri="{FF2B5EF4-FFF2-40B4-BE49-F238E27FC236}">
                <a16:creationId xmlns:a16="http://schemas.microsoft.com/office/drawing/2014/main" id="{C1CC7D62-9893-4BEA-8A91-B49BF94C36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6069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D8F13227-C5D1-4782-B063-BEEC402A95A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302508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8E88005D-BECE-427C-8BF8-4FB5D6607AF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8947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5" name="Inhaltsplatzhalter 1">
            <a:extLst>
              <a:ext uri="{FF2B5EF4-FFF2-40B4-BE49-F238E27FC236}">
                <a16:creationId xmlns:a16="http://schemas.microsoft.com/office/drawing/2014/main" id="{F618BC1E-BA4B-4C2D-9055-151550F2576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7" name="Inhaltsplatzhalter 1">
            <a:extLst>
              <a:ext uri="{FF2B5EF4-FFF2-40B4-BE49-F238E27FC236}">
                <a16:creationId xmlns:a16="http://schemas.microsoft.com/office/drawing/2014/main" id="{39749FF8-9C62-429D-B248-147D3882DD4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8" name="Inhaltsplatzhalter 1">
            <a:extLst>
              <a:ext uri="{FF2B5EF4-FFF2-40B4-BE49-F238E27FC236}">
                <a16:creationId xmlns:a16="http://schemas.microsoft.com/office/drawing/2014/main" id="{0B2A38E1-027A-4A9E-9C3E-5F354A4A6AD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116069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14648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2577" userDrawn="1">
          <p15:clr>
            <a:srgbClr val="FBAE40"/>
          </p15:clr>
        </p15:guide>
        <p15:guide id="14" pos="2710" userDrawn="1">
          <p15:clr>
            <a:srgbClr val="FBAE40"/>
          </p15:clr>
        </p15:guide>
        <p15:guide id="15" pos="4978" userDrawn="1">
          <p15:clr>
            <a:srgbClr val="FBAE40"/>
          </p15:clr>
        </p15:guide>
        <p15:guide id="16" pos="511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B11DD4F3-1611-4813-B014-B6F6B1F774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2404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B11DD4F3-1611-4813-B014-B6F6B1F774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A143C20-52BF-4891-994E-588F799371B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69460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9B1A1B6B-6B2F-4D5A-91A8-C5161E45AB0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9289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073F01E6-A077-4F39-A94E-9EFE54D2E4E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349118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1" name="Bildplatzhalter 1">
            <a:extLst>
              <a:ext uri="{FF2B5EF4-FFF2-40B4-BE49-F238E27FC236}">
                <a16:creationId xmlns:a16="http://schemas.microsoft.com/office/drawing/2014/main" id="{320CFD8C-6A4A-4FAB-822D-054B82DCFD4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88947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9" name="Inhaltsplatzhalter 1">
            <a:extLst>
              <a:ext uri="{FF2B5EF4-FFF2-40B4-BE49-F238E27FC236}">
                <a16:creationId xmlns:a16="http://schemas.microsoft.com/office/drawing/2014/main" id="{6CE7BB11-9C21-456E-83D7-62B9D458E21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27E42A5D-C99D-4B3C-99B7-053CF69A119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9118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1" name="Inhaltsplatzhalter 1">
            <a:extLst>
              <a:ext uri="{FF2B5EF4-FFF2-40B4-BE49-F238E27FC236}">
                <a16:creationId xmlns:a16="http://schemas.microsoft.com/office/drawing/2014/main" id="{7DCDE22D-7C60-4E83-A6E8-C458BFB9DFC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09289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BC839F12-6E68-4D1C-B187-9307DD85F16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69460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96047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pos="1977" userDrawn="1">
          <p15:clr>
            <a:srgbClr val="FBAE40"/>
          </p15:clr>
        </p15:guide>
        <p15:guide id="16" pos="2104" userDrawn="1">
          <p15:clr>
            <a:srgbClr val="FBAE40"/>
          </p15:clr>
        </p15:guide>
        <p15:guide id="17" pos="3911" userDrawn="1">
          <p15:clr>
            <a:srgbClr val="FBAE40"/>
          </p15:clr>
        </p15:guide>
        <p15:guide id="18" pos="3777" userDrawn="1">
          <p15:clr>
            <a:srgbClr val="FBAE40"/>
          </p15:clr>
        </p15:guide>
        <p15:guide id="19" pos="5711" userDrawn="1">
          <p15:clr>
            <a:srgbClr val="FBAE40"/>
          </p15:clr>
        </p15:guide>
        <p15:guide id="20" pos="557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85183DF9-0121-47E6-9B72-30EF7AB86C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577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85183DF9-0121-47E6-9B72-30EF7AB86C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Bildplatzhalter 1"/>
          <p:cNvSpPr>
            <a:spLocks noGrp="1"/>
          </p:cNvSpPr>
          <p:nvPr>
            <p:ph type="pic" sz="quarter" idx="10" hasCustomPrompt="1"/>
          </p:nvPr>
        </p:nvSpPr>
        <p:spPr>
          <a:xfrm>
            <a:off x="10578" y="-30637"/>
            <a:ext cx="12192000" cy="6570482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de-DE" noProof="0"/>
            </a:lvl1pPr>
          </a:lstStyle>
          <a:p>
            <a:pPr marL="0" lvl="0" indent="0">
              <a:buNone/>
            </a:pPr>
            <a:r>
              <a:rPr lang="de-DE" noProof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0" y="1412875"/>
            <a:ext cx="12202578" cy="1449216"/>
          </a:xfrm>
          <a:noFill/>
        </p:spPr>
        <p:txBody>
          <a:bodyPr vert="horz" lIns="572400" tIns="108000" rIns="572400" bIns="108000"/>
          <a:lstStyle>
            <a:lvl1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Key Note </a:t>
            </a:r>
            <a:r>
              <a:rPr lang="de-DE" noProof="0" dirty="0" err="1"/>
              <a:t>slide</a:t>
            </a:r>
            <a:r>
              <a:rPr lang="de-DE" noProof="0" dirty="0"/>
              <a:t> </a:t>
            </a:r>
            <a:r>
              <a:rPr lang="de-DE" noProof="0" dirty="0" err="1"/>
              <a:t>with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without</a:t>
            </a:r>
            <a:r>
              <a:rPr lang="de-DE" noProof="0" dirty="0"/>
              <a:t> Picture. </a:t>
            </a:r>
            <a:br>
              <a:rPr lang="de-DE" noProof="0" dirty="0"/>
            </a:br>
            <a:r>
              <a:rPr lang="de-DE" noProof="0" dirty="0"/>
              <a:t>(Short!) Text </a:t>
            </a:r>
            <a:r>
              <a:rPr lang="de-DE" noProof="0" dirty="0" err="1"/>
              <a:t>can</a:t>
            </a:r>
            <a:r>
              <a:rPr lang="de-DE" noProof="0" dirty="0"/>
              <a:t> </a:t>
            </a:r>
            <a:r>
              <a:rPr lang="de-DE" noProof="0" dirty="0" err="1"/>
              <a:t>be</a:t>
            </a:r>
            <a:r>
              <a:rPr lang="de-DE" noProof="0" dirty="0"/>
              <a:t> </a:t>
            </a:r>
            <a:r>
              <a:rPr lang="de-DE" noProof="0" dirty="0" err="1"/>
              <a:t>moved</a:t>
            </a:r>
            <a:r>
              <a:rPr lang="de-DE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4003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09EE4F16-695E-4248-98E9-D0E744B1D2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3715857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3" imgW="344" imgH="344" progId="TCLayout.ActiveDocument.1">
                  <p:embed/>
                </p:oleObj>
              </mc:Choice>
              <mc:Fallback>
                <p:oleObj name="think-cell Folie" r:id="rId23" imgW="344" imgH="344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09EE4F16-695E-4248-98E9-D0E744B1D2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platzhalter 1"/>
          <p:cNvSpPr>
            <a:spLocks noGrp="1"/>
          </p:cNvSpPr>
          <p:nvPr>
            <p:ph type="body" idx="1"/>
          </p:nvPr>
        </p:nvSpPr>
        <p:spPr>
          <a:xfrm>
            <a:off x="488947" y="1413933"/>
            <a:ext cx="11224684" cy="4894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endParaRPr lang="de-DE" noProof="0" dirty="0"/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8947" y="347184"/>
            <a:ext cx="11224684" cy="4001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</a:t>
            </a:r>
            <a:r>
              <a:rPr lang="de-DE" noProof="0" dirty="0" err="1"/>
              <a:t>Uppercase</a:t>
            </a:r>
            <a:r>
              <a:rPr lang="de-DE" noProof="0" dirty="0"/>
              <a:t>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max.</a:t>
            </a:r>
          </a:p>
        </p:txBody>
      </p:sp>
      <p:cxnSp>
        <p:nvCxnSpPr>
          <p:cNvPr id="9" name="BMW Group Trennlinie">
            <a:extLst>
              <a:ext uri="{FF2B5EF4-FFF2-40B4-BE49-F238E27FC236}">
                <a16:creationId xmlns:a16="http://schemas.microsoft.com/office/drawing/2014/main" id="{BC1828C9-D469-4FB9-A7A2-6539CE4617FD}"/>
              </a:ext>
            </a:extLst>
          </p:cNvPr>
          <p:cNvCxnSpPr/>
          <p:nvPr userDrawn="1"/>
        </p:nvCxnSpPr>
        <p:spPr>
          <a:xfrm>
            <a:off x="-1" y="6572265"/>
            <a:ext cx="12192001" cy="0"/>
          </a:xfrm>
          <a:prstGeom prst="line">
            <a:avLst/>
          </a:prstGeom>
          <a:ln w="12700">
            <a:solidFill>
              <a:schemeClr val="tx1">
                <a:alpha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eitenzahlAU1">
            <a:extLst>
              <a:ext uri="{FF2B5EF4-FFF2-40B4-BE49-F238E27FC236}">
                <a16:creationId xmlns:a16="http://schemas.microsoft.com/office/drawing/2014/main" id="{2222059C-550C-4186-A024-687BF66686BC}"/>
              </a:ext>
            </a:extLst>
          </p:cNvPr>
          <p:cNvSpPr/>
          <p:nvPr userDrawn="1"/>
        </p:nvSpPr>
        <p:spPr>
          <a:xfrm>
            <a:off x="11338527" y="6638189"/>
            <a:ext cx="3751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r>
              <a:rPr lang="en-GB" sz="10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fld id="{13EADCD7-5958-46D5-9257-6B99F6E48D58}" type="slidenum">
              <a:rPr lang="en-GB" sz="1000" noProof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 lvl="0" algn="r" rtl="0"/>
              <a:t>‹#›</a:t>
            </a:fld>
            <a:r>
              <a:rPr lang="en-GB" sz="10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 -</a:t>
            </a:r>
          </a:p>
        </p:txBody>
      </p:sp>
      <p:sp>
        <p:nvSpPr>
          <p:cNvPr id="12" name="FußzeileAU1">
            <a:extLst>
              <a:ext uri="{FF2B5EF4-FFF2-40B4-BE49-F238E27FC236}">
                <a16:creationId xmlns:a16="http://schemas.microsoft.com/office/drawing/2014/main" id="{90D422AA-106A-4F31-9838-F8E0F4532E2E}"/>
              </a:ext>
            </a:extLst>
          </p:cNvPr>
          <p:cNvSpPr txBox="1">
            <a:spLocks/>
          </p:cNvSpPr>
          <p:nvPr userDrawn="1"/>
        </p:nvSpPr>
        <p:spPr>
          <a:xfrm>
            <a:off x="488947" y="6638179"/>
            <a:ext cx="137217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de-DE"/>
            </a:defPPr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Department | Date | Author 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D42D1FA-E8D9-4B13-727E-AB675C71905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36387" y="6611620"/>
            <a:ext cx="9477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200">
                <a:solidFill>
                  <a:srgbClr val="C00000">
                    <a:alpha val="50000"/>
                  </a:srgbClr>
                </a:solidFill>
                <a:latin typeface="BMW Group Condensed" panose="020B0606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89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9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600" b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908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816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724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632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540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02" userDrawn="1">
          <p15:clr>
            <a:srgbClr val="F26B43"/>
          </p15:clr>
        </p15:guide>
        <p15:guide id="7" orient="horz" pos="217" userDrawn="1">
          <p15:clr>
            <a:srgbClr val="F26B43"/>
          </p15:clr>
        </p15:guide>
        <p15:guide id="8" pos="7378" userDrawn="1">
          <p15:clr>
            <a:srgbClr val="F26B43"/>
          </p15:clr>
        </p15:guide>
        <p15:guide id="9" orient="horz" pos="890" userDrawn="1">
          <p15:clr>
            <a:srgbClr val="F26B43"/>
          </p15:clr>
        </p15:guide>
        <p15:guide id="10" orient="horz" pos="3974" userDrawn="1">
          <p15:clr>
            <a:srgbClr val="F26B43"/>
          </p15:clr>
        </p15:guide>
        <p15:guide id="11" orient="horz" pos="41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hyperlink" Target="https://bmwgroup.sharepoint.com/teams/poweron/Freigegebene%20Dokumente/Forms/AllItems.aspx?id=%2Fteams%2Fpoweron%2FFreigegebene%20Dokumente%2FTutorials&amp;viewid=8a6c7007%2D3504%2D4c19%2D9472%2D3d508de51048" TargetMode="External"/><Relationship Id="rId3" Type="http://schemas.openxmlformats.org/officeDocument/2006/relationships/oleObject" Target="../embeddings/oleObject21.bin"/><Relationship Id="rId7" Type="http://schemas.microsoft.com/office/2007/relationships/hdphoto" Target="../media/hdphoto1.wdp"/><Relationship Id="rId12" Type="http://schemas.openxmlformats.org/officeDocument/2006/relationships/hyperlink" Target="https://wuss.bmwgroup.net/#x0=SwssConfiguration&amp;x1=Index&amp;searchValue=87150&amp;areaId=0&amp;subNavId=100&amp;topNavId=2&amp;langId=de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6.jpeg"/><Relationship Id="rId10" Type="http://schemas.openxmlformats.org/officeDocument/2006/relationships/image" Target="../media/image10.png"/><Relationship Id="rId4" Type="http://schemas.openxmlformats.org/officeDocument/2006/relationships/image" Target="../media/image1.emf"/><Relationship Id="rId9" Type="http://schemas.openxmlformats.org/officeDocument/2006/relationships/image" Target="../media/image9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hyperlink" Target="https://www.press.bmwgroup.com/global" TargetMode="Externa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.xml"/><Relationship Id="rId6" Type="http://schemas.openxmlformats.org/officeDocument/2006/relationships/image" Target="../media/image15.png"/><Relationship Id="rId11" Type="http://schemas.openxmlformats.org/officeDocument/2006/relationships/hyperlink" Target="https://dam.bmwgroup.net/otmm/ux-html/index.html?p=home" TargetMode="External"/><Relationship Id="rId5" Type="http://schemas.openxmlformats.org/officeDocument/2006/relationships/image" Target="../media/image14.emf"/><Relationship Id="rId10" Type="http://schemas.openxmlformats.org/officeDocument/2006/relationships/image" Target="../media/image19.png"/><Relationship Id="rId4" Type="http://schemas.openxmlformats.org/officeDocument/2006/relationships/oleObject" Target="../embeddings/oleObject22.bin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26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hyperlink" Target="https://bmwgroup.sharepoint.com/teams/poweron" TargetMode="External"/><Relationship Id="rId2" Type="http://schemas.openxmlformats.org/officeDocument/2006/relationships/tags" Target="../tags/tag26.xml"/><Relationship Id="rId16" Type="http://schemas.openxmlformats.org/officeDocument/2006/relationships/hyperlink" Target="https://wuss.bmwgroup.net/#x0=SwssConfiguration&amp;x1=Index&amp;searchValue=87150&amp;areaId=0&amp;subNavId=100&amp;topNavId=2&amp;langId=de" TargetMode="External"/><Relationship Id="rId1" Type="http://schemas.openxmlformats.org/officeDocument/2006/relationships/tags" Target="../tags/tag25.xml"/><Relationship Id="rId6" Type="http://schemas.openxmlformats.org/officeDocument/2006/relationships/image" Target="../media/image1.emf"/><Relationship Id="rId11" Type="http://schemas.openxmlformats.org/officeDocument/2006/relationships/image" Target="../media/image24.png"/><Relationship Id="rId5" Type="http://schemas.openxmlformats.org/officeDocument/2006/relationships/oleObject" Target="../embeddings/oleObject23.bin"/><Relationship Id="rId15" Type="http://schemas.openxmlformats.org/officeDocument/2006/relationships/hyperlink" Target="https://bmwgroup.sharepoint.com/:v:/r/teams/poweron/Freigegebene%20Dokumente/Tutorials/12_Improve%20Logo%20Legibility.mp4?csf=1&amp;web=1&amp;e=90Ai90" TargetMode="External"/><Relationship Id="rId10" Type="http://schemas.openxmlformats.org/officeDocument/2006/relationships/image" Target="../media/image23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Objekt 34" hidden="1">
            <a:extLst>
              <a:ext uri="{FF2B5EF4-FFF2-40B4-BE49-F238E27FC236}">
                <a16:creationId xmlns:a16="http://schemas.microsoft.com/office/drawing/2014/main" id="{00F97095-494D-4B45-ADAD-5957B35B200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67058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35" name="Objekt 34" hidden="1">
                        <a:extLst>
                          <a:ext uri="{FF2B5EF4-FFF2-40B4-BE49-F238E27FC236}">
                            <a16:creationId xmlns:a16="http://schemas.microsoft.com/office/drawing/2014/main" id="{00F97095-494D-4B45-ADAD-5957B35B20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Grafik 26">
            <a:extLst>
              <a:ext uri="{FF2B5EF4-FFF2-40B4-BE49-F238E27FC236}">
                <a16:creationId xmlns:a16="http://schemas.microsoft.com/office/drawing/2014/main" id="{06913411-BB14-4405-8D0E-8588C5CBB1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7111" y="1648692"/>
            <a:ext cx="2096519" cy="1179292"/>
          </a:xfrm>
          <a:prstGeom prst="rect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>
              <a:prstClr val="black">
                <a:alpha val="40000"/>
              </a:prstClr>
            </a:outerShdw>
          </a:effectLst>
        </p:spPr>
      </p:pic>
      <p:sp>
        <p:nvSpPr>
          <p:cNvPr id="30" name="Pfeil: nach oben 29">
            <a:extLst>
              <a:ext uri="{FF2B5EF4-FFF2-40B4-BE49-F238E27FC236}">
                <a16:creationId xmlns:a16="http://schemas.microsoft.com/office/drawing/2014/main" id="{A96FF80D-A6B5-4862-A5F8-F2BD4F0898B4}"/>
              </a:ext>
            </a:extLst>
          </p:cNvPr>
          <p:cNvSpPr/>
          <p:nvPr/>
        </p:nvSpPr>
        <p:spPr>
          <a:xfrm>
            <a:off x="10513053" y="2878385"/>
            <a:ext cx="304636" cy="304636"/>
          </a:xfrm>
          <a:prstGeom prst="upArrow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67000">
                <a:schemeClr val="tx2"/>
              </a:gs>
            </a:gsLst>
            <a:lin ang="16200000" scaled="1"/>
            <a:tileRect/>
          </a:gra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4" name="Titel 33">
            <a:extLst>
              <a:ext uri="{FF2B5EF4-FFF2-40B4-BE49-F238E27FC236}">
                <a16:creationId xmlns:a16="http://schemas.microsoft.com/office/drawing/2014/main" id="{3E7B8F74-5C81-4CBE-A7C1-73EF6856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/>
          <a:p>
            <a:r>
              <a:rPr lang="de-DE"/>
              <a:t>Relevant user information.</a:t>
            </a:r>
            <a:endParaRPr lang="de-DE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98AEB2B-B0DE-4D78-AC74-5B0A65D8394A}"/>
              </a:ext>
            </a:extLst>
          </p:cNvPr>
          <p:cNvGrpSpPr/>
          <p:nvPr/>
        </p:nvGrpSpPr>
        <p:grpSpPr>
          <a:xfrm>
            <a:off x="2968349" y="5127146"/>
            <a:ext cx="2660254" cy="975585"/>
            <a:chOff x="617187" y="5283055"/>
            <a:chExt cx="2416577" cy="886222"/>
          </a:xfrm>
        </p:grpSpPr>
        <p:pic>
          <p:nvPicPr>
            <p:cNvPr id="74" name="Grafik 73">
              <a:extLst>
                <a:ext uri="{FF2B5EF4-FFF2-40B4-BE49-F238E27FC236}">
                  <a16:creationId xmlns:a16="http://schemas.microsoft.com/office/drawing/2014/main" id="{8A240267-ACAD-4098-AEF3-3A0C29AD9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7227" y="5283055"/>
              <a:ext cx="515606" cy="171869"/>
            </a:xfrm>
            <a:prstGeom prst="rect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>
                <a:prstClr val="black">
                  <a:alpha val="40000"/>
                </a:prstClr>
              </a:outerShdw>
            </a:effectLst>
          </p:spPr>
        </p:pic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B939744A-5AB0-FC99-99DD-135E00125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17187" y="5467483"/>
              <a:ext cx="2416577" cy="701794"/>
            </a:xfrm>
            <a:custGeom>
              <a:avLst/>
              <a:gdLst>
                <a:gd name="connsiteX0" fmla="*/ 0 w 2416577"/>
                <a:gd name="connsiteY0" fmla="*/ 0 h 701794"/>
                <a:gd name="connsiteX1" fmla="*/ 2416577 w 2416577"/>
                <a:gd name="connsiteY1" fmla="*/ 0 h 701794"/>
                <a:gd name="connsiteX2" fmla="*/ 2058538 w 2416577"/>
                <a:gd name="connsiteY2" fmla="*/ 701794 h 701794"/>
                <a:gd name="connsiteX3" fmla="*/ 0 w 2416577"/>
                <a:gd name="connsiteY3" fmla="*/ 701794 h 701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6577" h="701794">
                  <a:moveTo>
                    <a:pt x="0" y="0"/>
                  </a:moveTo>
                  <a:lnTo>
                    <a:pt x="2416577" y="0"/>
                  </a:lnTo>
                  <a:lnTo>
                    <a:pt x="2058538" y="701794"/>
                  </a:lnTo>
                  <a:lnTo>
                    <a:pt x="0" y="701794"/>
                  </a:lnTo>
                  <a:close/>
                </a:path>
              </a:pathLst>
            </a:custGeom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>
                <a:prstClr val="black">
                  <a:alpha val="40000"/>
                </a:prstClr>
              </a:outerShdw>
            </a:effectLst>
          </p:spPr>
        </p:pic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8EBA499B-5699-41D2-B326-DA5CF5A20D58}"/>
                </a:ext>
              </a:extLst>
            </p:cNvPr>
            <p:cNvSpPr/>
            <p:nvPr/>
          </p:nvSpPr>
          <p:spPr>
            <a:xfrm>
              <a:off x="617188" y="5467483"/>
              <a:ext cx="400747" cy="701794"/>
            </a:xfrm>
            <a:prstGeom prst="rect">
              <a:avLst/>
            </a:prstGeom>
            <a:noFill/>
            <a:ln w="38100">
              <a:solidFill>
                <a:srgbClr val="AC1640"/>
              </a:solidFill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GB" dirty="0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feld 35">
            <a:extLst>
              <a:ext uri="{FF2B5EF4-FFF2-40B4-BE49-F238E27FC236}">
                <a16:creationId xmlns:a16="http://schemas.microsoft.com/office/drawing/2014/main" id="{1EB6AF4B-A2F9-B9F5-9EAE-B1E4722DC85A}"/>
              </a:ext>
            </a:extLst>
          </p:cNvPr>
          <p:cNvSpPr txBox="1"/>
          <p:nvPr/>
        </p:nvSpPr>
        <p:spPr>
          <a:xfrm>
            <a:off x="488947" y="4130194"/>
            <a:ext cx="5810253" cy="763863"/>
          </a:xfrm>
          <a:prstGeom prst="rect">
            <a:avLst/>
          </a:prstGeom>
          <a:effectLst>
            <a:outerShdw sx="0" sy="0" rotWithShape="0">
              <a:scrgbClr r="0" g="0" b="0">
                <a:alpha val="0"/>
              </a:scrgbClr>
            </a:outerShdw>
          </a:effectLst>
          <a:extLs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w="0" h="0"/>
                <a:bevelB w="0" h="0"/>
              </a14:hiddenSp3d>
            </a:ext>
          </a:extLst>
        </p:spPr>
        <p:txBody>
          <a:bodyPr vert="horz" wrap="square" lIns="0" tIns="0" rIns="0" bIns="0" rtlCol="0">
            <a:spAutoFit/>
            <a:sp3d>
              <a:bevelT w="0" h="0"/>
              <a:bevelB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With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79EDA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°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79EDA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PowerOn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 you can easily edit the footer via the function “FOOTER”.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The ribbons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79EDA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°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79EDA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PowerOn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,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79EDA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 °Gallery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and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79EDA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 °Chronos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offer additional support, e.g. by inserting example slides with just on click. </a:t>
            </a:r>
            <a:endParaRPr lang="de-DE" sz="2000" kern="1200" dirty="0" err="1">
              <a:solidFill>
                <a:schemeClr val="tx1"/>
              </a:solidFill>
              <a:effectLst/>
              <a:ea typeface="+mn-ea"/>
              <a:cs typeface="+mn-cs"/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40D14D33-0C82-9297-36E6-0ACE7BC43AC7}"/>
              </a:ext>
            </a:extLst>
          </p:cNvPr>
          <p:cNvSpPr txBox="1"/>
          <p:nvPr/>
        </p:nvSpPr>
        <p:spPr>
          <a:xfrm>
            <a:off x="6943187" y="1648692"/>
            <a:ext cx="2409314" cy="1231106"/>
          </a:xfrm>
          <a:prstGeom prst="rect">
            <a:avLst/>
          </a:prstGeom>
          <a:effectLst>
            <a:outerShdw sx="0" sy="0" rotWithShape="0">
              <a:scrgbClr r="0" g="0" b="0">
                <a:alpha val="0"/>
              </a:scrgbClr>
            </a:outerShdw>
          </a:effectLst>
          <a:extLs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w="0" h="0"/>
                <a:bevelB w="0" h="0"/>
              </a14:hiddenSp3d>
            </a:ext>
          </a:extLst>
        </p:spPr>
        <p:txBody>
          <a:bodyPr vert="horz" wrap="square" lIns="0" tIns="0" rIns="0" bIns="0" rtlCol="0">
            <a:spAutoFit/>
            <a:sp3d>
              <a:bevelT w="0" h="0"/>
              <a:bevelB w="0" h="0"/>
            </a:sp3d>
          </a:bodyPr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The blank space is reserved for the Azure Information Protection confidentiality signature which has to be visible on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79EDA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all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 slides. </a:t>
            </a:r>
            <a:endParaRPr lang="de-DE" sz="2000" kern="1200" dirty="0" err="1">
              <a:solidFill>
                <a:schemeClr val="tx1"/>
              </a:solidFill>
              <a:effectLst/>
              <a:ea typeface="+mn-ea"/>
              <a:cs typeface="+mn-cs"/>
            </a:endParaRPr>
          </a:p>
        </p:txBody>
      </p:sp>
      <p:pic>
        <p:nvPicPr>
          <p:cNvPr id="41" name="Grafik 40">
            <a:extLst>
              <a:ext uri="{FF2B5EF4-FFF2-40B4-BE49-F238E27FC236}">
                <a16:creationId xmlns:a16="http://schemas.microsoft.com/office/drawing/2014/main" id="{20F002D9-80F7-E1DB-733F-B251AC44D9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7111" y="3204398"/>
            <a:ext cx="2096519" cy="316589"/>
          </a:xfrm>
          <a:prstGeom prst="rect">
            <a:avLst/>
          </a:prstGeom>
        </p:spPr>
      </p:pic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E583B914-134C-5032-854C-7ABBBC29D0E1}"/>
              </a:ext>
            </a:extLst>
          </p:cNvPr>
          <p:cNvCxnSpPr>
            <a:cxnSpLocks/>
          </p:cNvCxnSpPr>
          <p:nvPr/>
        </p:nvCxnSpPr>
        <p:spPr>
          <a:xfrm flipH="1">
            <a:off x="6943187" y="1413933"/>
            <a:ext cx="4770443" cy="0"/>
          </a:xfrm>
          <a:prstGeom prst="line">
            <a:avLst/>
          </a:prstGeom>
          <a:ln w="19050">
            <a:solidFill>
              <a:schemeClr val="tx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2858ED13-D552-4D2E-BF90-234458530E15}"/>
              </a:ext>
            </a:extLst>
          </p:cNvPr>
          <p:cNvSpPr txBox="1"/>
          <p:nvPr/>
        </p:nvSpPr>
        <p:spPr>
          <a:xfrm>
            <a:off x="827115" y="2669508"/>
            <a:ext cx="1080424" cy="5348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rtl="0">
              <a:lnSpc>
                <a:spcPct val="93000"/>
              </a:lnSpc>
              <a:spcAft>
                <a:spcPts val="600"/>
              </a:spcAft>
            </a:pPr>
            <a:r>
              <a:rPr lang="en-US" sz="1600" b="0" dirty="0">
                <a:solidFill>
                  <a:schemeClr val="tx1"/>
                </a:solidFill>
                <a:latin typeface="+mn-lt"/>
                <a:sym typeface="+mn-lt"/>
              </a:rPr>
              <a:t>(Templates) </a:t>
            </a:r>
          </a:p>
          <a:p>
            <a:pPr algn="l" rtl="0">
              <a:lnSpc>
                <a:spcPct val="93000"/>
              </a:lnSpc>
              <a:spcAft>
                <a:spcPts val="600"/>
              </a:spcAft>
            </a:pPr>
            <a:r>
              <a:rPr lang="en-US" sz="1600" b="0" dirty="0">
                <a:solidFill>
                  <a:schemeClr val="tx1"/>
                </a:solidFill>
                <a:latin typeface="+mn-lt"/>
                <a:sym typeface="+mn-lt"/>
              </a:rPr>
              <a:t>BMW GROUP</a:t>
            </a:r>
          </a:p>
        </p:txBody>
      </p: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E607DAA7-5C17-4891-B0A3-E37E1E9CADB7}"/>
              </a:ext>
            </a:extLst>
          </p:cNvPr>
          <p:cNvGrpSpPr/>
          <p:nvPr/>
        </p:nvGrpSpPr>
        <p:grpSpPr>
          <a:xfrm>
            <a:off x="497312" y="2631491"/>
            <a:ext cx="272270" cy="503482"/>
            <a:chOff x="479425" y="1873111"/>
            <a:chExt cx="400110" cy="788262"/>
          </a:xfrm>
        </p:grpSpPr>
        <p:pic>
          <p:nvPicPr>
            <p:cNvPr id="62" name="Picture 8" descr="Ordner Icons - 162,355 kostenlose Vektor-Icons">
              <a:extLst>
                <a:ext uri="{FF2B5EF4-FFF2-40B4-BE49-F238E27FC236}">
                  <a16:creationId xmlns:a16="http://schemas.microsoft.com/office/drawing/2014/main" id="{AE4DE929-0CD8-493F-901E-DE479480F8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425" y="1873111"/>
              <a:ext cx="400110" cy="40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8" descr="Ordner Icons - 162,355 kostenlose Vektor-Icons">
              <a:extLst>
                <a:ext uri="{FF2B5EF4-FFF2-40B4-BE49-F238E27FC236}">
                  <a16:creationId xmlns:a16="http://schemas.microsoft.com/office/drawing/2014/main" id="{777F75E8-CD95-4F01-9A71-297EE3F112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425" y="2261263"/>
              <a:ext cx="400110" cy="40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Textfeld 27">
            <a:extLst>
              <a:ext uri="{FF2B5EF4-FFF2-40B4-BE49-F238E27FC236}">
                <a16:creationId xmlns:a16="http://schemas.microsoft.com/office/drawing/2014/main" id="{C4C4C7BA-CE94-A81F-DEE9-0C0BCF455E59}"/>
              </a:ext>
            </a:extLst>
          </p:cNvPr>
          <p:cNvSpPr txBox="1"/>
          <p:nvPr/>
        </p:nvSpPr>
        <p:spPr>
          <a:xfrm>
            <a:off x="488947" y="1648692"/>
            <a:ext cx="2215350" cy="8586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lvl="0">
              <a:lnSpc>
                <a:spcPct val="93000"/>
              </a:lnSpc>
              <a:spcAft>
                <a:spcPts val="600"/>
              </a:spcAft>
              <a:defRPr/>
            </a:pPr>
            <a:r>
              <a:rPr lang="en-US" sz="1600" b="0" dirty="0">
                <a:latin typeface="+mn-lt"/>
                <a:sym typeface="+mn-lt"/>
              </a:rPr>
              <a:t>Please find additional </a:t>
            </a:r>
            <a:br>
              <a:rPr lang="en-US" sz="1600" b="0" dirty="0">
                <a:latin typeface="+mn-lt"/>
                <a:sym typeface="+mn-lt"/>
              </a:rPr>
            </a:br>
            <a:r>
              <a:rPr lang="en-US" sz="1600" b="0" dirty="0">
                <a:solidFill>
                  <a:srgbClr val="079EDA"/>
                </a:solidFill>
                <a:latin typeface="+mn-lt"/>
                <a:sym typeface="+mn-lt"/>
              </a:rPr>
              <a:t>Masters</a:t>
            </a:r>
            <a:br>
              <a:rPr lang="en-US" sz="1600" dirty="0">
                <a:solidFill>
                  <a:srgbClr val="079EDA"/>
                </a:solidFill>
                <a:sym typeface="+mn-lt"/>
              </a:rPr>
            </a:br>
            <a:r>
              <a:rPr lang="en-US" sz="12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sym typeface="+mn-lt"/>
              </a:rPr>
              <a:t>– for different sender designations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–</a:t>
            </a:r>
            <a:br>
              <a:rPr lang="en-US" sz="12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sym typeface="+mn-lt"/>
              </a:rPr>
            </a:br>
            <a:r>
              <a:rPr lang="en-US" sz="1600" b="0" dirty="0">
                <a:latin typeface="+mn-lt"/>
                <a:sym typeface="+mn-lt"/>
              </a:rPr>
              <a:t>in PowerPoint – file – new…</a:t>
            </a:r>
            <a:endParaRPr lang="en-US" sz="1600" b="0" noProof="1">
              <a:latin typeface="+mn-lt"/>
              <a:sym typeface="+mn-lt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96ECB87-A204-4235-89B1-2BB544343320}"/>
              </a:ext>
            </a:extLst>
          </p:cNvPr>
          <p:cNvSpPr>
            <a:spLocks/>
          </p:cNvSpPr>
          <p:nvPr/>
        </p:nvSpPr>
        <p:spPr>
          <a:xfrm>
            <a:off x="7738908" y="5589819"/>
            <a:ext cx="718906" cy="718906"/>
          </a:xfrm>
          <a:prstGeom prst="rect">
            <a:avLst/>
          </a:prstGeom>
          <a:solidFill>
            <a:schemeClr val="accent5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36005" rIns="91440" bIns="36005" rtlCol="0" anchor="ctr" anchorCtr="0">
            <a:spAutoFit/>
          </a:bodyPr>
          <a:lstStyle/>
          <a:p>
            <a:pPr algn="l">
              <a:lnSpc>
                <a:spcPct val="93000"/>
              </a:lnSpc>
            </a:pPr>
            <a:r>
              <a:rPr lang="en-GB" sz="1400" dirty="0">
                <a:solidFill>
                  <a:schemeClr val="tx1"/>
                </a:solidFill>
              </a:rPr>
              <a:t>Black text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9AE06B7-D95F-4F63-BB56-9819949B55F4}"/>
              </a:ext>
            </a:extLst>
          </p:cNvPr>
          <p:cNvSpPr>
            <a:spLocks/>
          </p:cNvSpPr>
          <p:nvPr/>
        </p:nvSpPr>
        <p:spPr>
          <a:xfrm>
            <a:off x="6940236" y="5589819"/>
            <a:ext cx="718906" cy="718906"/>
          </a:xfrm>
          <a:prstGeom prst="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36005" rIns="91440" bIns="36005" rtlCol="0" anchor="ctr" anchorCtr="0">
            <a:spAutoFit/>
          </a:bodyPr>
          <a:lstStyle/>
          <a:p>
            <a:pPr algn="l">
              <a:lnSpc>
                <a:spcPct val="93000"/>
              </a:lnSpc>
            </a:pPr>
            <a:r>
              <a:rPr lang="en-GB" sz="1400" dirty="0">
                <a:solidFill>
                  <a:schemeClr val="bg1"/>
                </a:solidFill>
              </a:rPr>
              <a:t>White text</a:t>
            </a:r>
          </a:p>
        </p:txBody>
      </p:sp>
      <p:pic>
        <p:nvPicPr>
          <p:cNvPr id="10" name="Grafik 9" descr="Ein Bild, das Screenshot, Text, Quadrat, Farbigkeit enthält.&#10;&#10;KI-generierte Inhalte können fehlerhaft sein.">
            <a:extLst>
              <a:ext uri="{FF2B5EF4-FFF2-40B4-BE49-F238E27FC236}">
                <a16:creationId xmlns:a16="http://schemas.microsoft.com/office/drawing/2014/main" id="{7EDE95F9-64BD-A4CD-FFB7-6274673ACDA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6" t="1820" r="7364" b="4273"/>
          <a:stretch>
            <a:fillRect/>
          </a:stretch>
        </p:blipFill>
        <p:spPr>
          <a:xfrm>
            <a:off x="10037061" y="4132911"/>
            <a:ext cx="1256620" cy="217581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>
              <a:prstClr val="black">
                <a:alpha val="40000"/>
              </a:prstClr>
            </a:outerShdw>
          </a:effectLst>
        </p:spPr>
      </p:pic>
      <p:sp>
        <p:nvSpPr>
          <p:cNvPr id="37" name="Textfeld 36">
            <a:extLst>
              <a:ext uri="{FF2B5EF4-FFF2-40B4-BE49-F238E27FC236}">
                <a16:creationId xmlns:a16="http://schemas.microsoft.com/office/drawing/2014/main" id="{78E091B9-3CC3-A058-8E47-89E7496C2ED0}"/>
              </a:ext>
            </a:extLst>
          </p:cNvPr>
          <p:cNvSpPr txBox="1"/>
          <p:nvPr/>
        </p:nvSpPr>
        <p:spPr>
          <a:xfrm>
            <a:off x="6943188" y="4107512"/>
            <a:ext cx="3066312" cy="1221809"/>
          </a:xfrm>
          <a:prstGeom prst="rect">
            <a:avLst/>
          </a:prstGeom>
          <a:effectLst>
            <a:outerShdw sx="0" sy="0" rotWithShape="0">
              <a:scrgbClr r="0" g="0" b="0">
                <a:alpha val="0"/>
              </a:scrgbClr>
            </a:outerShdw>
          </a:effectLst>
          <a:extLs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w="0" h="0"/>
                <a:bevelB w="0" h="0"/>
              </a14:hiddenSp3d>
            </a:ext>
          </a:extLst>
        </p:spPr>
        <p:txBody>
          <a:bodyPr vert="horz" wrap="square" lIns="0" tIns="0" rIns="0" bIns="0" rtlCol="0">
            <a:spAutoFit/>
            <a:sp3d>
              <a:bevelT w="0" h="0"/>
              <a:bevelB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3597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Ocean Blue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 and its tones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is our main fill and line colour. </a:t>
            </a:r>
          </a:p>
          <a:p>
            <a:pPr marL="0" marR="0" lvl="0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If you use text on coloured areas, please ensure a good legibility with high contrast.</a:t>
            </a:r>
            <a:endParaRPr lang="de-DE" sz="2000" kern="1200" dirty="0" err="1">
              <a:solidFill>
                <a:schemeClr val="tx1"/>
              </a:solidFill>
              <a:effectLst/>
              <a:ea typeface="+mn-ea"/>
              <a:cs typeface="+mn-cs"/>
            </a:endParaRPr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B1EC1389-A4D8-075D-3C68-2784B782303A}"/>
              </a:ext>
            </a:extLst>
          </p:cNvPr>
          <p:cNvCxnSpPr>
            <a:cxnSpLocks/>
          </p:cNvCxnSpPr>
          <p:nvPr/>
        </p:nvCxnSpPr>
        <p:spPr>
          <a:xfrm flipH="1">
            <a:off x="6943187" y="3872653"/>
            <a:ext cx="4770443" cy="0"/>
          </a:xfrm>
          <a:prstGeom prst="line">
            <a:avLst/>
          </a:prstGeom>
          <a:ln w="19050">
            <a:solidFill>
              <a:schemeClr val="tx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788DB39F-1FCB-639B-1D8E-746EA90EA7F6}"/>
              </a:ext>
            </a:extLst>
          </p:cNvPr>
          <p:cNvGrpSpPr/>
          <p:nvPr/>
        </p:nvGrpSpPr>
        <p:grpSpPr>
          <a:xfrm>
            <a:off x="488946" y="1413933"/>
            <a:ext cx="5810254" cy="2458720"/>
            <a:chOff x="488946" y="1413933"/>
            <a:chExt cx="5432342" cy="2458720"/>
          </a:xfrm>
        </p:grpSpPr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8AF45753-EB6D-7C7E-9295-241BAEDE856A}"/>
                </a:ext>
              </a:extLst>
            </p:cNvPr>
            <p:cNvCxnSpPr/>
            <p:nvPr/>
          </p:nvCxnSpPr>
          <p:spPr>
            <a:xfrm flipH="1">
              <a:off x="488946" y="1413933"/>
              <a:ext cx="5432342" cy="0"/>
            </a:xfrm>
            <a:prstGeom prst="line">
              <a:avLst/>
            </a:prstGeom>
            <a:ln w="19050">
              <a:solidFill>
                <a:schemeClr val="tx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911AE6B6-6071-94ED-0AA4-E10E5C41DF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946" y="3872653"/>
              <a:ext cx="5432342" cy="0"/>
            </a:xfrm>
            <a:prstGeom prst="line">
              <a:avLst/>
            </a:prstGeom>
            <a:ln w="19050">
              <a:solidFill>
                <a:schemeClr val="tx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echteck 47">
            <a:extLst>
              <a:ext uri="{FF2B5EF4-FFF2-40B4-BE49-F238E27FC236}">
                <a16:creationId xmlns:a16="http://schemas.microsoft.com/office/drawing/2014/main" id="{4C75890E-26B5-09A9-5004-2D2B5F760337}"/>
              </a:ext>
            </a:extLst>
          </p:cNvPr>
          <p:cNvSpPr/>
          <p:nvPr/>
        </p:nvSpPr>
        <p:spPr>
          <a:xfrm>
            <a:off x="488947" y="5329321"/>
            <a:ext cx="2158283" cy="546945"/>
          </a:xfrm>
          <a:prstGeom prst="rect">
            <a:avLst/>
          </a:prstGeom>
          <a:solidFill>
            <a:srgbClr val="6B175B"/>
          </a:solidFill>
          <a:ln w="9525">
            <a:solidFill>
              <a:srgbClr val="DCDCDC"/>
            </a:solidFill>
            <a:prstDash val="solid"/>
            <a:miter lim="800000"/>
          </a:ln>
          <a:effectLst>
            <a:outerShdw blurRad="50800" dist="38100" dir="2700000" algn="tl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6680" tIns="72390" rIns="106680" bIns="72390" rtlCol="0" anchor="t" anchorCtr="1">
            <a:spAutoFit/>
          </a:bodyPr>
          <a:lstStyle/>
          <a:p>
            <a:pPr lvl="0" algn="ctr">
              <a:lnSpc>
                <a:spcPct val="93000"/>
              </a:lnSpc>
              <a:spcAft>
                <a:spcPts val="600"/>
              </a:spcAft>
              <a:defRPr/>
            </a:pPr>
            <a:r>
              <a:rPr lang="en-GB" sz="1400" dirty="0">
                <a:solidFill>
                  <a:schemeClr val="bg1"/>
                </a:solidFill>
                <a:sym typeface="Wingdings" panose="05000000000000000000" pitchFamily="2" charset="2"/>
              </a:rPr>
              <a:t>Get </a:t>
            </a:r>
            <a:r>
              <a:rPr lang="en-GB" sz="1400" dirty="0" err="1">
                <a:solidFill>
                  <a:schemeClr val="bg1"/>
                </a:solidFill>
                <a:sym typeface="Wingdings" panose="05000000000000000000" pitchFamily="2" charset="2"/>
              </a:rPr>
              <a:t>PowerOn</a:t>
            </a:r>
            <a:r>
              <a:rPr lang="en-GB" sz="1400" dirty="0">
                <a:solidFill>
                  <a:schemeClr val="bg1"/>
                </a:solidFill>
                <a:sym typeface="Wingdings" panose="05000000000000000000" pitchFamily="2" charset="2"/>
              </a:rPr>
              <a:t> @ </a:t>
            </a:r>
            <a:r>
              <a:rPr lang="en-GB" sz="1400" dirty="0">
                <a:solidFill>
                  <a:schemeClr val="bg1"/>
                </a:solidFill>
                <a:sym typeface="Wingdings" panose="05000000000000000000" pitchFamily="2" charset="2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WUSS</a:t>
            </a:r>
            <a:br>
              <a:rPr lang="en-GB" sz="1400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en-GB" sz="1400" dirty="0">
                <a:solidFill>
                  <a:schemeClr val="bg1"/>
                </a:solidFill>
                <a:sym typeface="Wingdings" panose="05000000000000000000" pitchFamily="2" charset="2"/>
              </a:rPr>
              <a:t>Find more information </a:t>
            </a:r>
            <a:r>
              <a:rPr lang="en-GB" sz="1400" dirty="0">
                <a:solidFill>
                  <a:schemeClr val="bg1"/>
                </a:solidFill>
                <a:sym typeface="Wingdings" panose="05000000000000000000" pitchFamily="2" charset="2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GB" sz="1400" dirty="0">
                <a:solidFill>
                  <a:schemeClr val="bg1"/>
                </a:solidFill>
                <a:sym typeface="Wingdings" panose="05000000000000000000" pitchFamily="2" charset="2"/>
              </a:rPr>
              <a:t>.</a:t>
            </a:r>
            <a:endParaRPr lang="de-DE" sz="1400" dirty="0">
              <a:solidFill>
                <a:schemeClr val="bg1"/>
              </a:solidFill>
            </a:endParaRPr>
          </a:p>
        </p:txBody>
      </p:sp>
      <p:pic>
        <p:nvPicPr>
          <p:cNvPr id="52" name="Grafik 51" descr="Ein Bild, das Screenshot, Text, Design enthält.&#10;&#10;KI-generierte Inhalte können fehlerhaft sein.">
            <a:extLst>
              <a:ext uri="{FF2B5EF4-FFF2-40B4-BE49-F238E27FC236}">
                <a16:creationId xmlns:a16="http://schemas.microsoft.com/office/drawing/2014/main" id="{9401FE4C-8655-A762-901D-5C6A9E2F4C9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11"/>
          <a:stretch>
            <a:fillRect/>
          </a:stretch>
        </p:blipFill>
        <p:spPr>
          <a:xfrm>
            <a:off x="3034494" y="1648693"/>
            <a:ext cx="3264706" cy="1975782"/>
          </a:xfrm>
          <a:prstGeom prst="rect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>
              <a:prstClr val="black">
                <a:alpha val="40000"/>
              </a:prstClr>
            </a:outerShdw>
          </a:effec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F718DE92-DCD8-FB4D-0ACA-3029D2CCF007}"/>
              </a:ext>
            </a:extLst>
          </p:cNvPr>
          <p:cNvSpPr/>
          <p:nvPr/>
        </p:nvSpPr>
        <p:spPr>
          <a:xfrm>
            <a:off x="10427494" y="4322299"/>
            <a:ext cx="126206" cy="167151"/>
          </a:xfrm>
          <a:prstGeom prst="rect">
            <a:avLst/>
          </a:prstGeom>
          <a:noFill/>
          <a:ln w="31750">
            <a:solidFill>
              <a:srgbClr val="079EDA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EAC03C5-8647-CAFE-2ACC-5FFAAB08B84E}"/>
              </a:ext>
            </a:extLst>
          </p:cNvPr>
          <p:cNvSpPr/>
          <p:nvPr/>
        </p:nvSpPr>
        <p:spPr>
          <a:xfrm>
            <a:off x="10553699" y="4322299"/>
            <a:ext cx="739981" cy="167151"/>
          </a:xfrm>
          <a:prstGeom prst="rect">
            <a:avLst/>
          </a:prstGeom>
          <a:noFill/>
          <a:ln w="19050">
            <a:solidFill>
              <a:srgbClr val="079EDA"/>
            </a:solidFill>
            <a:prstDash val="sys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828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E040F-7097-FA4E-3F5A-0E243BDBA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98792DBD-AA9F-14D4-3CC9-D7968C2B1A20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" b="309"/>
          <a:stretch>
            <a:fillRect/>
          </a:stretch>
        </p:blipFill>
        <p:spPr>
          <a:xfrm>
            <a:off x="473926" y="4168512"/>
            <a:ext cx="3384122" cy="2140213"/>
          </a:xfrm>
          <a:prstGeom prst="roundRect">
            <a:avLst>
              <a:gd name="adj" fmla="val 1097"/>
            </a:avLst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>
              <a:prstClr val="black">
                <a:alpha val="40000"/>
              </a:prstClr>
            </a:outerShdw>
          </a:effectLst>
        </p:spPr>
      </p:pic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D10D2B5-15D7-D6D9-46EC-CBA9EF8E84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59" imgH="360" progId="TCLayout.ActiveDocument.1">
                  <p:embed/>
                </p:oleObj>
              </mc:Choice>
              <mc:Fallback>
                <p:oleObj name="think-cell Folie" r:id="rId4" imgW="359" imgH="36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EF007C-9EC6-EBB5-3004-DCBC60A147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D2FFB24-5182-B18D-3B62-1D14DC03F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47" y="347184"/>
            <a:ext cx="11224684" cy="800219"/>
          </a:xfrm>
        </p:spPr>
        <p:txBody>
          <a:bodyPr vert="horz"/>
          <a:lstStyle/>
          <a:p>
            <a:r>
              <a:rPr lang="en-GB" dirty="0"/>
              <a:t>New features in </a:t>
            </a:r>
            <a:r>
              <a:rPr lang="en-GB" dirty="0" err="1"/>
              <a:t>PowerOn</a:t>
            </a:r>
            <a:r>
              <a:rPr lang="en-GB" dirty="0"/>
              <a:t>.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9E32449-49A0-B884-17EE-54B83189B643}"/>
              </a:ext>
            </a:extLst>
          </p:cNvPr>
          <p:cNvSpPr txBox="1"/>
          <p:nvPr/>
        </p:nvSpPr>
        <p:spPr>
          <a:xfrm>
            <a:off x="488947" y="2281306"/>
            <a:ext cx="5405405" cy="17390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0" indent="-190500">
              <a:lnSpc>
                <a:spcPct val="93000"/>
              </a:lnSpc>
              <a:spcAft>
                <a:spcPts val="500"/>
              </a:spcAft>
              <a:buClr>
                <a:schemeClr val="tx2"/>
              </a:buClr>
              <a:buSzPct val="100000"/>
            </a:pPr>
            <a:r>
              <a:rPr lang="en-US" sz="1600" b="1" dirty="0"/>
              <a:t>From now on, </a:t>
            </a:r>
            <a:r>
              <a:rPr lang="en-US" sz="1600" b="1" dirty="0" err="1"/>
              <a:t>PowerOn</a:t>
            </a:r>
            <a:r>
              <a:rPr lang="en-US" sz="1600" b="1" dirty="0"/>
              <a:t> will help you with your file management.</a:t>
            </a:r>
          </a:p>
          <a:p>
            <a:pPr marL="190500" indent="-190500">
              <a:lnSpc>
                <a:spcPct val="93000"/>
              </a:lnSpc>
              <a:spcAft>
                <a:spcPts val="5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/>
              <a:t>As you choose the new button, </a:t>
            </a:r>
            <a:r>
              <a:rPr lang="en-US" sz="1400" dirty="0" err="1"/>
              <a:t>PowerOn</a:t>
            </a:r>
            <a:r>
              <a:rPr lang="en-US" sz="1400" dirty="0"/>
              <a:t> automatically checks your file for unnecessary layouts, masters, images, audio/video files and 3D elements, and suggests you clean them up. </a:t>
            </a:r>
          </a:p>
          <a:p>
            <a:pPr marL="190500" indent="-190500">
              <a:lnSpc>
                <a:spcPct val="93000"/>
              </a:lnSpc>
              <a:spcAft>
                <a:spcPts val="5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/>
              <a:t>If nothing is found, the form is directly closed again with a short message.</a:t>
            </a:r>
          </a:p>
          <a:p>
            <a:pPr marL="190500" indent="-190500">
              <a:lnSpc>
                <a:spcPct val="93000"/>
              </a:lnSpc>
              <a:spcAft>
                <a:spcPts val="5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/>
              <a:t>This often helps reduce file size and save storage space.</a:t>
            </a:r>
          </a:p>
          <a:p>
            <a:pPr marL="190500" indent="-190500">
              <a:lnSpc>
                <a:spcPct val="93000"/>
              </a:lnSpc>
              <a:spcAft>
                <a:spcPts val="5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/>
              <a:t>You can customize or disable these checks as needed.</a:t>
            </a:r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219F8B62-D590-9AAE-521F-5967EB8B89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11"/>
          <a:stretch>
            <a:fillRect/>
          </a:stretch>
        </p:blipFill>
        <p:spPr>
          <a:xfrm>
            <a:off x="488947" y="1427679"/>
            <a:ext cx="3623900" cy="627501"/>
          </a:xfrm>
          <a:prstGeom prst="rect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>
              <a:prstClr val="black">
                <a:alpha val="40000"/>
              </a:prstClr>
            </a:outerShdw>
          </a:effectLst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FC092F34-8AD7-3DEE-28A7-25B29FC55E73}"/>
              </a:ext>
            </a:extLst>
          </p:cNvPr>
          <p:cNvSpPr/>
          <p:nvPr/>
        </p:nvSpPr>
        <p:spPr>
          <a:xfrm>
            <a:off x="2557630" y="1603644"/>
            <a:ext cx="166687" cy="161925"/>
          </a:xfrm>
          <a:prstGeom prst="rect">
            <a:avLst/>
          </a:prstGeom>
          <a:noFill/>
          <a:ln w="31750">
            <a:solidFill>
              <a:srgbClr val="079EDA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dirty="0">
              <a:solidFill>
                <a:schemeClr val="tx1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06CBC70-13A8-F1CD-F2DC-9D4BD880CC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2847" y="5595062"/>
            <a:ext cx="1268733" cy="713663"/>
          </a:xfrm>
          <a:prstGeom prst="rect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>
              <a:prstClr val="black">
                <a:alpha val="40000"/>
              </a:prst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3232CF5-8B96-91CD-2DA0-AA6C4729995F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5686818" y="5595062"/>
            <a:ext cx="1268733" cy="713663"/>
          </a:xfrm>
          <a:prstGeom prst="rect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>
              <a:prstClr val="black">
                <a:alpha val="40000"/>
              </a:prstClr>
            </a:outerShdw>
          </a:effectLst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00C8793-C2AE-C327-3FBC-B3B12AF0A9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22142">
            <a:off x="6365616" y="5405532"/>
            <a:ext cx="1268733" cy="683847"/>
          </a:xfrm>
          <a:prstGeom prst="rect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>
              <a:prstClr val="black">
                <a:alpha val="40000"/>
              </a:prstClr>
            </a:outerShdw>
          </a:effectLst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0194539A-2026-3901-249F-2425DF27FD46}"/>
              </a:ext>
            </a:extLst>
          </p:cNvPr>
          <p:cNvSpPr txBox="1"/>
          <p:nvPr/>
        </p:nvSpPr>
        <p:spPr>
          <a:xfrm>
            <a:off x="4112847" y="4771842"/>
            <a:ext cx="3103599" cy="646331"/>
          </a:xfrm>
          <a:prstGeom prst="rect">
            <a:avLst/>
          </a:prstGeom>
          <a:effectLst>
            <a:outerShdw sx="0" sy="0" rotWithShape="0">
              <a:scrgbClr r="0" g="0" b="0">
                <a:alpha val="0"/>
              </a:scrgbClr>
            </a:outerShdw>
          </a:effectLst>
          <a:extLs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w="0" h="0"/>
                <a:bevelB w="0" h="0"/>
              </a14:hiddenSp3d>
            </a:ext>
          </a:extLst>
        </p:spPr>
        <p:txBody>
          <a:bodyPr vert="horz" wrap="square" lIns="0" tIns="0" rIns="0" bIns="0" rtlCol="0">
            <a:spAutoFit/>
            <a:sp3d>
              <a:bevelT w="0" h="0"/>
              <a:bevelB w="0" h="0"/>
            </a:sp3d>
          </a:bodyPr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3597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In some cases your Title Slide can get reset to Petrol. Just delete the Petrol Placeholder. Your picture is behind.</a:t>
            </a:r>
            <a:endParaRPr lang="de-DE" sz="1400" kern="1200" dirty="0" err="1">
              <a:solidFill>
                <a:schemeClr val="tx1"/>
              </a:solidFill>
              <a:effectLst/>
              <a:ea typeface="+mn-ea"/>
              <a:cs typeface="+mn-cs"/>
            </a:endParaRP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CA1B3C6E-9D1D-57A6-5014-0D66B1C42FCF}"/>
              </a:ext>
            </a:extLst>
          </p:cNvPr>
          <p:cNvPicPr>
            <a:picLocks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62" t="22666" r="41806"/>
          <a:stretch>
            <a:fillRect/>
          </a:stretch>
        </p:blipFill>
        <p:spPr>
          <a:xfrm>
            <a:off x="7353300" y="1427679"/>
            <a:ext cx="3736732" cy="620927"/>
          </a:xfrm>
          <a:prstGeom prst="rect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>
              <a:prstClr val="black">
                <a:alpha val="40000"/>
              </a:prstClr>
            </a:outerShdw>
          </a:effectLst>
        </p:spPr>
      </p:pic>
      <p:sp>
        <p:nvSpPr>
          <p:cNvPr id="30" name="Rechteck 29">
            <a:extLst>
              <a:ext uri="{FF2B5EF4-FFF2-40B4-BE49-F238E27FC236}">
                <a16:creationId xmlns:a16="http://schemas.microsoft.com/office/drawing/2014/main" id="{7ACD2F77-F8E2-F7B5-8A47-AA350102DCFB}"/>
              </a:ext>
            </a:extLst>
          </p:cNvPr>
          <p:cNvSpPr/>
          <p:nvPr/>
        </p:nvSpPr>
        <p:spPr>
          <a:xfrm>
            <a:off x="7611859" y="1448443"/>
            <a:ext cx="371476" cy="460030"/>
          </a:xfrm>
          <a:prstGeom prst="rect">
            <a:avLst/>
          </a:prstGeom>
          <a:noFill/>
          <a:ln w="31750">
            <a:solidFill>
              <a:srgbClr val="079EDA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dirty="0">
              <a:solidFill>
                <a:schemeClr val="tx1"/>
              </a:solidFill>
            </a:endParaRPr>
          </a:p>
        </p:txBody>
      </p:sp>
      <p:pic>
        <p:nvPicPr>
          <p:cNvPr id="31" name="Grafik 30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2D811C1B-664D-6BED-01F5-0B685DC09B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7" t="2741" r="84256" b="83078"/>
          <a:stretch>
            <a:fillRect/>
          </a:stretch>
        </p:blipFill>
        <p:spPr>
          <a:xfrm>
            <a:off x="511172" y="1211713"/>
            <a:ext cx="795318" cy="179763"/>
          </a:xfrm>
          <a:prstGeom prst="rect">
            <a:avLst/>
          </a:prstGeom>
          <a:ln w="31750" cap="flat" cmpd="sng" algn="ctr">
            <a:solidFill>
              <a:srgbClr val="079ED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pic>
      <p:pic>
        <p:nvPicPr>
          <p:cNvPr id="34" name="Grafik 33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4DE94845-4553-3A32-8279-F38DB81B35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3" t="2741" r="71640" b="83078"/>
          <a:stretch>
            <a:fillRect/>
          </a:stretch>
        </p:blipFill>
        <p:spPr>
          <a:xfrm>
            <a:off x="7371360" y="1220001"/>
            <a:ext cx="795318" cy="179763"/>
          </a:xfrm>
          <a:prstGeom prst="rect">
            <a:avLst/>
          </a:prstGeom>
          <a:ln w="31750" cap="flat" cmpd="sng" algn="ctr">
            <a:solidFill>
              <a:srgbClr val="079EDA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pic>
      <p:sp>
        <p:nvSpPr>
          <p:cNvPr id="35" name="Textfeld 34">
            <a:extLst>
              <a:ext uri="{FF2B5EF4-FFF2-40B4-BE49-F238E27FC236}">
                <a16:creationId xmlns:a16="http://schemas.microsoft.com/office/drawing/2014/main" id="{D1BF7A67-FB01-51FB-0843-FD3C25E919E5}"/>
              </a:ext>
            </a:extLst>
          </p:cNvPr>
          <p:cNvSpPr txBox="1"/>
          <p:nvPr/>
        </p:nvSpPr>
        <p:spPr>
          <a:xfrm>
            <a:off x="7051040" y="2554253"/>
            <a:ext cx="1493114" cy="601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3000"/>
              </a:lnSpc>
              <a:spcAft>
                <a:spcPts val="900"/>
              </a:spcAft>
              <a:buClr>
                <a:schemeClr val="tx2"/>
              </a:buClr>
              <a:buSzPct val="100000"/>
            </a:pPr>
            <a:r>
              <a:rPr lang="en-US" sz="1400" dirty="0"/>
              <a:t>Watch a 5 minutes video about how to use our CI creatively.</a:t>
            </a:r>
          </a:p>
        </p:txBody>
      </p:sp>
      <p:sp>
        <p:nvSpPr>
          <p:cNvPr id="36" name="Pfeil: nach oben 35">
            <a:extLst>
              <a:ext uri="{FF2B5EF4-FFF2-40B4-BE49-F238E27FC236}">
                <a16:creationId xmlns:a16="http://schemas.microsoft.com/office/drawing/2014/main" id="{E1BF524A-F5CA-428D-C3AA-F0F0C779118D}"/>
              </a:ext>
            </a:extLst>
          </p:cNvPr>
          <p:cNvSpPr/>
          <p:nvPr/>
        </p:nvSpPr>
        <p:spPr>
          <a:xfrm>
            <a:off x="7618844" y="2068927"/>
            <a:ext cx="364490" cy="401512"/>
          </a:xfrm>
          <a:prstGeom prst="upArrow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tx2"/>
              </a:gs>
            </a:gsLst>
            <a:lin ang="16200000" scaled="1"/>
            <a:tileRect/>
          </a:gra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E741214-D289-7028-09F1-E74D72A2D00E}"/>
              </a:ext>
            </a:extLst>
          </p:cNvPr>
          <p:cNvSpPr txBox="1">
            <a:spLocks/>
          </p:cNvSpPr>
          <p:nvPr/>
        </p:nvSpPr>
        <p:spPr>
          <a:xfrm>
            <a:off x="9985592" y="2554253"/>
            <a:ext cx="1728040" cy="94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3000"/>
              </a:lnSpc>
              <a:spcAft>
                <a:spcPts val="900"/>
              </a:spcAft>
              <a:buClr>
                <a:schemeClr val="tx2"/>
              </a:buClr>
              <a:buSzPct val="100000"/>
            </a:pPr>
            <a:r>
              <a:rPr lang="en-US" sz="1400" dirty="0"/>
              <a:t>Find Pictures for Title Slides in </a:t>
            </a:r>
            <a:r>
              <a:rPr lang="en-US" sz="1400"/>
              <a:t>DAM.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Use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3597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 </a:t>
            </a: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only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 official imagery</a:t>
            </a:r>
            <a:b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</a:b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DAM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</a:rPr>
              <a:t>, 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MWGroupTN Condensed"/>
                <a:ea typeface="+mn-ea"/>
                <a:cs typeface="+mn-cs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Pressclub</a:t>
            </a:r>
            <a:endParaRPr lang="en-US" sz="1400" dirty="0"/>
          </a:p>
        </p:txBody>
      </p:sp>
      <p:sp>
        <p:nvSpPr>
          <p:cNvPr id="13" name="Pfeil: nach oben 12">
            <a:extLst>
              <a:ext uri="{FF2B5EF4-FFF2-40B4-BE49-F238E27FC236}">
                <a16:creationId xmlns:a16="http://schemas.microsoft.com/office/drawing/2014/main" id="{1931F2CD-1785-817A-2123-37E480D3CF4C}"/>
              </a:ext>
            </a:extLst>
          </p:cNvPr>
          <p:cNvSpPr>
            <a:spLocks/>
          </p:cNvSpPr>
          <p:nvPr/>
        </p:nvSpPr>
        <p:spPr>
          <a:xfrm>
            <a:off x="10667367" y="2068927"/>
            <a:ext cx="364490" cy="401512"/>
          </a:xfrm>
          <a:prstGeom prst="upArrow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tx2"/>
              </a:gs>
            </a:gsLst>
            <a:lin ang="16200000" scaled="1"/>
            <a:tileRect/>
          </a:gra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B07F55-374B-B133-84E9-742C21E93865}"/>
              </a:ext>
            </a:extLst>
          </p:cNvPr>
          <p:cNvSpPr/>
          <p:nvPr/>
        </p:nvSpPr>
        <p:spPr>
          <a:xfrm>
            <a:off x="10629919" y="1448443"/>
            <a:ext cx="439386" cy="486715"/>
          </a:xfrm>
          <a:prstGeom prst="rect">
            <a:avLst/>
          </a:prstGeom>
          <a:noFill/>
          <a:ln w="31750">
            <a:solidFill>
              <a:srgbClr val="079EDA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68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1F0C82D1-9389-4E40-8AEE-34BBA300C0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70153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44" imgH="344" progId="TCLayout.ActiveDocument.1">
                  <p:embed/>
                </p:oleObj>
              </mc:Choice>
              <mc:Fallback>
                <p:oleObj name="think-cell Folie" r:id="rId5" imgW="344" imgH="344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1F0C82D1-9389-4E40-8AEE-34BBA300C0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" name="Grafik 37">
            <a:extLst>
              <a:ext uri="{FF2B5EF4-FFF2-40B4-BE49-F238E27FC236}">
                <a16:creationId xmlns:a16="http://schemas.microsoft.com/office/drawing/2014/main" id="{190CE63F-2CC0-1D37-7BAA-30EEBC5047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453" y="2437634"/>
            <a:ext cx="3953427" cy="2591162"/>
          </a:xfrm>
          <a:prstGeom prst="rect">
            <a:avLst/>
          </a:prstGeom>
        </p:spPr>
      </p:pic>
      <p:sp>
        <p:nvSpPr>
          <p:cNvPr id="28" name="Pfeil: nach rechts 27">
            <a:extLst>
              <a:ext uri="{FF2B5EF4-FFF2-40B4-BE49-F238E27FC236}">
                <a16:creationId xmlns:a16="http://schemas.microsoft.com/office/drawing/2014/main" id="{62C6C129-8CD8-5E6C-128F-E7CAAD787C9B}"/>
              </a:ext>
            </a:extLst>
          </p:cNvPr>
          <p:cNvSpPr/>
          <p:nvPr/>
        </p:nvSpPr>
        <p:spPr>
          <a:xfrm>
            <a:off x="6144351" y="3111105"/>
            <a:ext cx="1207122" cy="429474"/>
          </a:xfrm>
          <a:prstGeom prst="rightArrow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tx2"/>
              </a:gs>
            </a:gsLst>
            <a:lin ang="0" scaled="1"/>
            <a:tileRect/>
          </a:gra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F2399F6-5DF6-B10A-7576-FD4B461D6BC4}"/>
              </a:ext>
            </a:extLst>
          </p:cNvPr>
          <p:cNvPicPr>
            <a:picLocks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6799" y="2569709"/>
            <a:ext cx="3359201" cy="1879366"/>
          </a:xfrm>
          <a:prstGeom prst="rect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>
              <a:prstClr val="black">
                <a:alpha val="40000"/>
              </a:prstClr>
            </a:outerShdw>
          </a:effectLst>
        </p:spPr>
      </p:pic>
      <p:sp>
        <p:nvSpPr>
          <p:cNvPr id="3" name="Rechteck 2" hidden="1">
            <a:extLst>
              <a:ext uri="{FF2B5EF4-FFF2-40B4-BE49-F238E27FC236}">
                <a16:creationId xmlns:a16="http://schemas.microsoft.com/office/drawing/2014/main" id="{FA08F96C-51CE-43E3-83EF-D80AA7EDFE8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endParaRPr lang="en-US" sz="2200" dirty="0">
              <a:solidFill>
                <a:schemeClr val="tx1"/>
              </a:solidFill>
              <a:latin typeface="BMWGroupTN Condensed" pitchFamily="50" charset="0"/>
              <a:ea typeface="+mj-ea"/>
              <a:cs typeface="+mj-cs"/>
              <a:sym typeface="BMW Group Condensed" panose="020B0606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5E4EEB-86E5-4722-8829-F1D33662C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970"/>
              </a:buClr>
              <a:buSzTx/>
              <a:buFontTx/>
              <a:buNone/>
              <a:tabLst/>
              <a:defRPr/>
            </a:pPr>
            <a:r>
              <a:rPr lang="en-US" dirty="0"/>
              <a:t>improve the visibility of our logos...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FB2264A0-5463-4122-9DCC-9B5CFA9F0EBC}"/>
              </a:ext>
            </a:extLst>
          </p:cNvPr>
          <p:cNvSpPr txBox="1"/>
          <p:nvPr/>
        </p:nvSpPr>
        <p:spPr>
          <a:xfrm>
            <a:off x="488948" y="2550855"/>
            <a:ext cx="2084570" cy="1908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3000"/>
              </a:lnSpc>
              <a:spcAft>
                <a:spcPts val="600"/>
              </a:spcAft>
            </a:pPr>
            <a:r>
              <a:rPr lang="en-US" sz="1600" dirty="0"/>
              <a:t>If your title picture is too bright or the logos are not well recognized for other reasons, simply insert a transparent darkening gradient via </a:t>
            </a:r>
            <a:r>
              <a:rPr lang="en-US" sz="1600" dirty="0" err="1"/>
              <a:t>PowerOn</a:t>
            </a:r>
            <a:r>
              <a:rPr lang="en-US" sz="1600" dirty="0"/>
              <a:t>.</a:t>
            </a:r>
          </a:p>
          <a:p>
            <a:pPr>
              <a:lnSpc>
                <a:spcPct val="93000"/>
              </a:lnSpc>
              <a:spcAft>
                <a:spcPts val="600"/>
              </a:spcAft>
            </a:pPr>
            <a:r>
              <a:rPr lang="en-US" sz="1600" dirty="0"/>
              <a:t>The gradient can be edited if necessary.</a:t>
            </a:r>
          </a:p>
        </p:txBody>
      </p:sp>
      <p:pic>
        <p:nvPicPr>
          <p:cNvPr id="75" name="Grafik 74">
            <a:extLst>
              <a:ext uri="{FF2B5EF4-FFF2-40B4-BE49-F238E27FC236}">
                <a16:creationId xmlns:a16="http://schemas.microsoft.com/office/drawing/2014/main" id="{57178D59-1343-4BD6-98E9-2E851D766539}"/>
              </a:ext>
            </a:extLst>
          </p:cNvPr>
          <p:cNvPicPr>
            <a:picLocks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086" y="2569689"/>
            <a:ext cx="320675" cy="323850"/>
          </a:xfrm>
          <a:prstGeom prst="rect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31F19639-BCED-4A60-ADC4-E9642A236FB7}">
              <a14:hiddenScene3d xmlns:a14="http://schemas.microsoft.com/office/drawing/2010/main">
                <a:camera prst="perspectiveContrastingRightFacing" fov="4800000">
                  <a:rot lat="0" lon="0" rev="0"/>
                </a:camera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w="0" h="0"/>
                <a:bevelB w="0" h="0"/>
              </a14:hiddenSp3d>
            </a:ext>
          </a:extLst>
        </p:spPr>
      </p:pic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991F4C10-7711-11A4-756F-0417F0D5C591}"/>
              </a:ext>
            </a:extLst>
          </p:cNvPr>
          <p:cNvGrpSpPr/>
          <p:nvPr/>
        </p:nvGrpSpPr>
        <p:grpSpPr>
          <a:xfrm>
            <a:off x="479425" y="1172545"/>
            <a:ext cx="11224684" cy="872038"/>
            <a:chOff x="0" y="2822654"/>
            <a:chExt cx="12181666" cy="946385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96AF023E-88DC-26A9-F138-402AC16316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770217" y="2822654"/>
              <a:ext cx="828791" cy="268131"/>
            </a:xfrm>
            <a:prstGeom prst="rect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>
                <a:prstClr val="black">
                  <a:alpha val="40000"/>
                </a:prstClr>
              </a:outerShdw>
            </a:effectLst>
          </p:spPr>
        </p:pic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2A29F457-2B2A-3FA6-070B-7C50BBD88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088382"/>
              <a:ext cx="12181666" cy="680657"/>
            </a:xfrm>
            <a:prstGeom prst="rect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>
                <a:prstClr val="black">
                  <a:alpha val="40000"/>
                </a:prstClr>
              </a:outerShdw>
            </a:effectLst>
          </p:spPr>
        </p:pic>
      </p:grpSp>
      <p:sp>
        <p:nvSpPr>
          <p:cNvPr id="67" name="Rechteck 66">
            <a:extLst>
              <a:ext uri="{FF2B5EF4-FFF2-40B4-BE49-F238E27FC236}">
                <a16:creationId xmlns:a16="http://schemas.microsoft.com/office/drawing/2014/main" id="{B7C7CAB1-417A-4AAA-A4D8-22C9B6047755}"/>
              </a:ext>
            </a:extLst>
          </p:cNvPr>
          <p:cNvSpPr>
            <a:spLocks/>
          </p:cNvSpPr>
          <p:nvPr/>
        </p:nvSpPr>
        <p:spPr>
          <a:xfrm>
            <a:off x="8755975" y="1724394"/>
            <a:ext cx="159018" cy="172983"/>
          </a:xfrm>
          <a:prstGeom prst="rect">
            <a:avLst/>
          </a:prstGeom>
          <a:noFill/>
          <a:ln w="28575" cmpd="sng">
            <a:solidFill>
              <a:srgbClr val="079EDA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b="0" i="0" u="none" baseline="0" dirty="0">
              <a:solidFill>
                <a:srgbClr val="666666"/>
              </a:solidFill>
              <a:latin typeface="BMWGroupTN Condensed" pitchFamily="50" charset="0"/>
            </a:endParaRPr>
          </a:p>
        </p:txBody>
      </p:sp>
      <p:sp>
        <p:nvSpPr>
          <p:cNvPr id="24" name="Pfeil: nach rechts 23">
            <a:extLst>
              <a:ext uri="{FF2B5EF4-FFF2-40B4-BE49-F238E27FC236}">
                <a16:creationId xmlns:a16="http://schemas.microsoft.com/office/drawing/2014/main" id="{0B4D00B4-AD28-462A-BB5E-62414BDE7F9D}"/>
              </a:ext>
            </a:extLst>
          </p:cNvPr>
          <p:cNvSpPr>
            <a:spLocks/>
          </p:cNvSpPr>
          <p:nvPr/>
        </p:nvSpPr>
        <p:spPr>
          <a:xfrm rot="14122608">
            <a:off x="6326175" y="2891535"/>
            <a:ext cx="520980" cy="320000"/>
          </a:xfrm>
          <a:prstGeom prst="rightArrow">
            <a:avLst>
              <a:gd name="adj1" fmla="val 50000"/>
              <a:gd name="adj2" fmla="val 105872"/>
            </a:avLst>
          </a:prstGeom>
          <a:solidFill>
            <a:schemeClr val="bg1"/>
          </a:solidFill>
          <a:ln w="12700" cap="flat" cmpd="sng" algn="ctr">
            <a:solidFill>
              <a:srgbClr val="05709B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C7E5D9B2-CC98-C751-5131-6669367831EA}"/>
              </a:ext>
            </a:extLst>
          </p:cNvPr>
          <p:cNvCxnSpPr>
            <a:cxnSpLocks/>
            <a:stCxn id="67" idx="2"/>
            <a:endCxn id="75" idx="3"/>
          </p:cNvCxnSpPr>
          <p:nvPr/>
        </p:nvCxnSpPr>
        <p:spPr>
          <a:xfrm rot="5400000">
            <a:off x="7268505" y="1164634"/>
            <a:ext cx="834237" cy="2299723"/>
          </a:xfrm>
          <a:prstGeom prst="bentConnector2">
            <a:avLst/>
          </a:prstGeom>
          <a:ln w="19050">
            <a:solidFill>
              <a:schemeClr val="tx2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2F7C3FEC-1DA9-419C-7D96-26504D41AECE}"/>
              </a:ext>
            </a:extLst>
          </p:cNvPr>
          <p:cNvSpPr txBox="1"/>
          <p:nvPr/>
        </p:nvSpPr>
        <p:spPr>
          <a:xfrm rot="521801">
            <a:off x="5191896" y="2414470"/>
            <a:ext cx="163506" cy="5539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en-GB" sz="3600" b="1" kern="1200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masis MT Pro Black" panose="02040A04050005020304" pitchFamily="18" charset="0"/>
                <a:ea typeface="ADLaM Display" panose="020F0502020204030204" pitchFamily="2" charset="0"/>
                <a:cs typeface="Aharoni" panose="02010803020104030203" pitchFamily="2" charset="-79"/>
              </a:rPr>
              <a:t>!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CA93E59F-4429-22DF-93BB-C41507902607}"/>
              </a:ext>
            </a:extLst>
          </p:cNvPr>
          <p:cNvSpPr>
            <a:spLocks/>
          </p:cNvSpPr>
          <p:nvPr/>
        </p:nvSpPr>
        <p:spPr>
          <a:xfrm>
            <a:off x="5363122" y="2645142"/>
            <a:ext cx="677204" cy="307725"/>
          </a:xfrm>
          <a:prstGeom prst="rect">
            <a:avLst/>
          </a:prstGeom>
          <a:noFill/>
          <a:ln w="28575" cmpd="sng">
            <a:solidFill>
              <a:srgbClr val="FF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800" b="0" i="0" u="none" baseline="0" dirty="0">
              <a:solidFill>
                <a:srgbClr val="666666"/>
              </a:solidFill>
              <a:latin typeface="BMWGroupTN Condensed" pitchFamily="50" charset="0"/>
            </a:endParaRPr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93D4D147-8D2F-4520-BF02-C175D77BDA08}"/>
              </a:ext>
            </a:extLst>
          </p:cNvPr>
          <p:cNvSpPr/>
          <p:nvPr/>
        </p:nvSpPr>
        <p:spPr>
          <a:xfrm>
            <a:off x="9061418" y="3807883"/>
            <a:ext cx="392444" cy="919595"/>
          </a:xfrm>
          <a:custGeom>
            <a:avLst/>
            <a:gdLst>
              <a:gd name="connsiteX0" fmla="*/ 0 w 631825"/>
              <a:gd name="connsiteY0" fmla="*/ 0 h 638175"/>
              <a:gd name="connsiteX1" fmla="*/ 0 w 631825"/>
              <a:gd name="connsiteY1" fmla="*/ 638175 h 638175"/>
              <a:gd name="connsiteX2" fmla="*/ 628650 w 631825"/>
              <a:gd name="connsiteY2" fmla="*/ 136525 h 638175"/>
              <a:gd name="connsiteX3" fmla="*/ 631825 w 631825"/>
              <a:gd name="connsiteY3" fmla="*/ 19050 h 638175"/>
              <a:gd name="connsiteX4" fmla="*/ 0 w 631825"/>
              <a:gd name="connsiteY4" fmla="*/ 0 h 638175"/>
              <a:gd name="connsiteX0" fmla="*/ 10223 w 631825"/>
              <a:gd name="connsiteY0" fmla="*/ 175471 h 619125"/>
              <a:gd name="connsiteX1" fmla="*/ 0 w 631825"/>
              <a:gd name="connsiteY1" fmla="*/ 619125 h 619125"/>
              <a:gd name="connsiteX2" fmla="*/ 628650 w 631825"/>
              <a:gd name="connsiteY2" fmla="*/ 117475 h 619125"/>
              <a:gd name="connsiteX3" fmla="*/ 631825 w 631825"/>
              <a:gd name="connsiteY3" fmla="*/ 0 h 619125"/>
              <a:gd name="connsiteX4" fmla="*/ 10223 w 631825"/>
              <a:gd name="connsiteY4" fmla="*/ 175471 h 619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1825" h="619125">
                <a:moveTo>
                  <a:pt x="10223" y="175471"/>
                </a:moveTo>
                <a:lnTo>
                  <a:pt x="0" y="619125"/>
                </a:lnTo>
                <a:lnTo>
                  <a:pt x="628650" y="117475"/>
                </a:lnTo>
                <a:cubicBezTo>
                  <a:pt x="629708" y="78317"/>
                  <a:pt x="630767" y="39158"/>
                  <a:pt x="631825" y="0"/>
                </a:cubicBezTo>
                <a:lnTo>
                  <a:pt x="10223" y="175471"/>
                </a:lnTo>
                <a:close/>
              </a:path>
            </a:pathLst>
          </a:custGeom>
          <a:gradFill>
            <a:gsLst>
              <a:gs pos="0">
                <a:schemeClr val="accent6">
                  <a:alpha val="34000"/>
                </a:schemeClr>
              </a:gs>
              <a:gs pos="100000">
                <a:schemeClr val="bg1"/>
              </a:gs>
            </a:gsLst>
            <a:lin ang="0" scaled="1"/>
          </a:gra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292154-24DB-1147-05A4-047A29B3DC94}"/>
              </a:ext>
            </a:extLst>
          </p:cNvPr>
          <p:cNvGrpSpPr/>
          <p:nvPr/>
        </p:nvGrpSpPr>
        <p:grpSpPr>
          <a:xfrm>
            <a:off x="9451481" y="3057297"/>
            <a:ext cx="1087096" cy="2067719"/>
            <a:chOff x="4279768" y="222250"/>
            <a:chExt cx="3392079" cy="645192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64F0534-B442-381A-0FCF-000E9D92E4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79768" y="222250"/>
              <a:ext cx="2102177" cy="5678930"/>
            </a:xfrm>
            <a:prstGeom prst="rect">
              <a:avLst/>
            </a:prstGeom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>
                <a:prstClr val="black">
                  <a:alpha val="40000"/>
                </a:prstClr>
              </a:outerShdw>
            </a:effec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A9CF9FF-AAB1-E623-A6A1-F7A26E839B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79768" y="6042580"/>
              <a:ext cx="3392079" cy="631596"/>
            </a:xfrm>
            <a:prstGeom prst="rect">
              <a:avLst/>
            </a:prstGeom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66EF621-87C9-5CD5-02EE-CC3F2CB18F6D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5850" y="4079483"/>
            <a:ext cx="2365568" cy="625432"/>
          </a:xfrm>
          <a:prstGeom prst="rect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>
              <a:prstClr val="black">
                <a:alpha val="40000"/>
              </a:prstClr>
            </a:outerShdw>
          </a:effectLst>
        </p:spPr>
      </p:pic>
      <p:sp>
        <p:nvSpPr>
          <p:cNvPr id="23" name="AllOverBar">
            <a:extLst>
              <a:ext uri="{FF2B5EF4-FFF2-40B4-BE49-F238E27FC236}">
                <a16:creationId xmlns:a16="http://schemas.microsoft.com/office/drawing/2014/main" id="{6F3CAB51-5A4C-0CEC-3095-292476825469}"/>
              </a:ext>
            </a:extLst>
          </p:cNvPr>
          <p:cNvSpPr/>
          <p:nvPr/>
        </p:nvSpPr>
        <p:spPr>
          <a:xfrm>
            <a:off x="0" y="6148303"/>
            <a:ext cx="12192000" cy="422423"/>
          </a:xfrm>
          <a:prstGeom prst="rect">
            <a:avLst/>
          </a:prstGeom>
          <a:solidFill>
            <a:schemeClr val="tx2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5300" tIns="72009" rIns="495300" bIns="72009" rtlCol="0" anchor="b" anchorCtr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Please find a video tutorial for gradient </a:t>
            </a:r>
            <a:r>
              <a:rPr lang="en-US" dirty="0">
                <a:solidFill>
                  <a:schemeClr val="bg1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dirty="0">
                <a:solidFill>
                  <a:schemeClr val="bg1"/>
                </a:solidFill>
              </a:rPr>
              <a:t>. Get </a:t>
            </a:r>
            <a:r>
              <a:rPr lang="en-US" dirty="0" err="1">
                <a:solidFill>
                  <a:schemeClr val="bg1"/>
                </a:solidFill>
              </a:rPr>
              <a:t>PowerOn</a:t>
            </a:r>
            <a:r>
              <a:rPr lang="en-US" dirty="0">
                <a:solidFill>
                  <a:schemeClr val="bg1"/>
                </a:solidFill>
              </a:rPr>
              <a:t> @ </a:t>
            </a:r>
            <a:r>
              <a:rPr lang="en-US" dirty="0">
                <a:solidFill>
                  <a:schemeClr val="bg1"/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WUSS</a:t>
            </a:r>
            <a:r>
              <a:rPr lang="en-US" dirty="0">
                <a:solidFill>
                  <a:schemeClr val="bg1"/>
                </a:solidFill>
              </a:rPr>
              <a:t> and more information about it </a:t>
            </a:r>
            <a:r>
              <a:rPr lang="en-US" dirty="0">
                <a:solidFill>
                  <a:schemeClr val="bg1"/>
                </a:solidFill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139FF09-DE79-7356-7E77-92011311F64D}"/>
              </a:ext>
            </a:extLst>
          </p:cNvPr>
          <p:cNvSpPr txBox="1"/>
          <p:nvPr/>
        </p:nvSpPr>
        <p:spPr>
          <a:xfrm>
            <a:off x="10991884" y="2995505"/>
            <a:ext cx="362279" cy="55399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en-GB" sz="3600" b="1" kern="1200" dirty="0">
                <a:solidFill>
                  <a:srgbClr val="00B05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masis MT Pro Black" panose="02040A04050005020304" pitchFamily="18" charset="0"/>
                <a:ea typeface="ADLaM Display" panose="020F0502020204030204" pitchFamily="2" charset="0"/>
                <a:cs typeface="Aharoni" panose="02010803020104030203" pitchFamily="2" charset="-79"/>
                <a:sym typeface="Wingdings" panose="05000000000000000000" pitchFamily="2" charset="2"/>
              </a:rPr>
              <a:t></a:t>
            </a:r>
            <a:endParaRPr lang="en-GB" sz="3600" b="1" kern="1200" dirty="0">
              <a:solidFill>
                <a:srgbClr val="00B05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masis MT Pro Black" panose="02040A04050005020304" pitchFamily="18" charset="0"/>
              <a:ea typeface="ADLaM Display" panose="020F0502020204030204" pitchFamily="2" charset="0"/>
              <a:cs typeface="Aharoni" panose="02010803020104030203" pitchFamily="2" charset="-79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1F5433E7-3B7B-9773-67CA-17296D95FC83}"/>
              </a:ext>
            </a:extLst>
          </p:cNvPr>
          <p:cNvSpPr txBox="1"/>
          <p:nvPr/>
        </p:nvSpPr>
        <p:spPr>
          <a:xfrm>
            <a:off x="9366560" y="2354253"/>
            <a:ext cx="1517255" cy="457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93000"/>
              </a:lnSpc>
              <a:spcAft>
                <a:spcPts val="600"/>
              </a:spcAft>
            </a:pPr>
            <a:r>
              <a:rPr lang="en-US" sz="1600" dirty="0"/>
              <a:t>Select and </a:t>
            </a:r>
            <a:br>
              <a:rPr lang="en-US" sz="1600" dirty="0"/>
            </a:br>
            <a:r>
              <a:rPr lang="en-US" sz="1600" dirty="0"/>
              <a:t>right mouse click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7766CA70-7ECF-D1C0-593D-4ADE9608E6E7}"/>
              </a:ext>
            </a:extLst>
          </p:cNvPr>
          <p:cNvSpPr txBox="1"/>
          <p:nvPr/>
        </p:nvSpPr>
        <p:spPr>
          <a:xfrm>
            <a:off x="7510769" y="5142287"/>
            <a:ext cx="3481115" cy="6869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3000"/>
              </a:lnSpc>
              <a:spcAft>
                <a:spcPts val="600"/>
              </a:spcAft>
            </a:pPr>
            <a:r>
              <a:rPr lang="en-US" sz="1600" dirty="0"/>
              <a:t>Please then bring </a:t>
            </a:r>
            <a:br>
              <a:rPr lang="en-US" sz="1600" dirty="0"/>
            </a:br>
            <a:r>
              <a:rPr lang="en-US" sz="1600" dirty="0"/>
              <a:t>the darkening gradient and the image to the background or the logos to the foreground.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FD51FB5-CEBA-E801-7793-9C87C8E4045F}"/>
              </a:ext>
            </a:extLst>
          </p:cNvPr>
          <p:cNvSpPr/>
          <p:nvPr/>
        </p:nvSpPr>
        <p:spPr>
          <a:xfrm>
            <a:off x="11102950" y="347184"/>
            <a:ext cx="610681" cy="361637"/>
          </a:xfrm>
          <a:prstGeom prst="rect">
            <a:avLst/>
          </a:prstGeom>
          <a:solidFill>
            <a:schemeClr val="tx2"/>
          </a:solidFill>
          <a:ln w="9525">
            <a:solidFill>
              <a:srgbClr val="DCDCDC"/>
            </a:solidFill>
            <a:prstDash val="solid"/>
            <a:miter lim="800000"/>
          </a:ln>
          <a:effectLst>
            <a:outerShdw blurRad="50800" dist="38100" dir="2700000" algn="tl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6680" tIns="72390" rIns="106680" bIns="72390" rtlCol="0" anchor="t" anchorCtr="1">
            <a:spAutoFit/>
          </a:bodyPr>
          <a:lstStyle/>
          <a:p>
            <a:pPr algn="r"/>
            <a:r>
              <a:rPr lang="en-GB" sz="1400" dirty="0">
                <a:solidFill>
                  <a:schemeClr val="bg1"/>
                </a:solidFill>
              </a:rPr>
              <a:t>News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61F4D442-BEDB-3EA4-8DF6-3B9B05AC8F78}"/>
              </a:ext>
            </a:extLst>
          </p:cNvPr>
          <p:cNvSpPr txBox="1"/>
          <p:nvPr/>
        </p:nvSpPr>
        <p:spPr>
          <a:xfrm>
            <a:off x="495300" y="1118715"/>
            <a:ext cx="3191195" cy="246221"/>
          </a:xfrm>
          <a:prstGeom prst="rect">
            <a:avLst/>
          </a:prstGeom>
          <a:noFill/>
        </p:spPr>
        <p:txBody>
          <a:bodyPr wrap="none" lIns="0" tIns="0" rIns="0" bIns="0" anchor="t" anchorCtr="0">
            <a:spAutoFit/>
          </a:bodyPr>
          <a:lstStyle/>
          <a:p>
            <a:r>
              <a:rPr lang="en-US" sz="1600" dirty="0"/>
              <a:t>…with the PowerPoint-Add-In </a:t>
            </a:r>
            <a:r>
              <a:rPr lang="en-US" sz="1600" dirty="0" err="1"/>
              <a:t>PowerOn</a:t>
            </a:r>
            <a:r>
              <a:rPr lang="en-US" sz="1600" dirty="0"/>
              <a:t>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948862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B9BD1F03-6868-4695-ABC4-C9B67B1BC7C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1F9DB8-A99C-422C-901C-7E61CA74DB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3CB7722-4E54-47C6-B05B-5493F42082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27420C68-3E9C-4DC1-997E-9B3FA63A9B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martArt-Platzhalter 5">
            <a:extLst>
              <a:ext uri="{FF2B5EF4-FFF2-40B4-BE49-F238E27FC236}">
                <a16:creationId xmlns:a16="http://schemas.microsoft.com/office/drawing/2014/main" id="{7120ECED-4AB7-4EA7-922B-4BD51B50C061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martArt-Platzhalter 6">
            <a:extLst>
              <a:ext uri="{FF2B5EF4-FFF2-40B4-BE49-F238E27FC236}">
                <a16:creationId xmlns:a16="http://schemas.microsoft.com/office/drawing/2014/main" id="{3FCB9DCD-007B-4683-8446-BA738D2F3012}"/>
              </a:ext>
            </a:extLst>
          </p:cNvPr>
          <p:cNvSpPr>
            <a:spLocks noGrp="1"/>
          </p:cNvSpPr>
          <p:nvPr>
            <p:ph type="dgm" sz="quarter" idx="2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0263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  <p:tag name="THINKCELLPRESENTATIONDONOTDELETE" val="&lt;?xml version=&quot;1.0&quot; encoding=&quot;UTF-16&quot; standalone=&quot;yes&quot;?&gt;&lt;root reqver=&quot;27037&quot;&gt;&lt;version val=&quot;32614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gcKOoI04HwnEUTFTaqwRQ"/>
</p:tagLst>
</file>

<file path=ppt/theme/theme1.xml><?xml version="1.0" encoding="utf-8"?>
<a:theme xmlns:a="http://schemas.openxmlformats.org/drawingml/2006/main" name="BMW Group">
  <a:themeElements>
    <a:clrScheme name="BMW Group 21">
      <a:dk1>
        <a:srgbClr val="000000"/>
      </a:dk1>
      <a:lt1>
        <a:srgbClr val="FFFFFF"/>
      </a:lt1>
      <a:dk2>
        <a:srgbClr val="035970"/>
      </a:dk2>
      <a:lt2>
        <a:srgbClr val="92A2BD"/>
      </a:lt2>
      <a:accent1>
        <a:srgbClr val="548D9E"/>
      </a:accent1>
      <a:accent2>
        <a:srgbClr val="85ACB9"/>
      </a:accent2>
      <a:accent3>
        <a:srgbClr val="ABC4CF"/>
      </a:accent3>
      <a:accent4>
        <a:srgbClr val="C8D7E0"/>
      </a:accent4>
      <a:accent5>
        <a:srgbClr val="DEE5EC"/>
      </a:accent5>
      <a:accent6>
        <a:srgbClr val="E8EBF1"/>
      </a:accent6>
      <a:hlink>
        <a:srgbClr val="000000"/>
      </a:hlink>
      <a:folHlink>
        <a:srgbClr val="000000"/>
      </a:folHlink>
    </a:clrScheme>
    <a:fontScheme name="BMW Group 2021">
      <a:majorFont>
        <a:latin typeface="BMWGroupTN Condensed"/>
        <a:ea typeface=""/>
        <a:cs typeface=""/>
      </a:majorFont>
      <a:minorFont>
        <a:latin typeface="BMWGroupTN Condensed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 w="19050">
          <a:noFill/>
          <a:miter lim="800000"/>
        </a:ln>
      </a:spPr>
      <a:bodyPr rtlCol="0" anchor="t" anchorCtr="0"/>
      <a:lstStyle>
        <a:defPPr algn="l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2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600"/>
          </a:spcAft>
          <a:buClr>
            <a:schemeClr val="tx2"/>
          </a:buClr>
          <a:buFontTx/>
          <a:buNone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Blue">
      <a:srgbClr val="035970"/>
    </a:custClr>
    <a:custClr name="Night Blue">
      <a:srgbClr val="173B68"/>
    </a:custClr>
    <a:custClr name="Sky Blue">
      <a:srgbClr val="7B9AC0"/>
    </a:custClr>
    <a:custClr name="Turquoise">
      <a:srgbClr val="009A97"/>
    </a:custClr>
    <a:custClr name="Yellow">
      <a:srgbClr val="FAD022"/>
    </a:custClr>
    <a:custClr name="Orange">
      <a:srgbClr val="E96D0C"/>
    </a:custClr>
    <a:custClr name="Purple">
      <a:srgbClr val="8D1E77"/>
    </a:custClr>
    <a:custClr name="Red">
      <a:srgbClr val="AC1640"/>
    </a:custClr>
    <a:custClr name="Cyan">
      <a:srgbClr val="079EDA"/>
    </a:custClr>
    <a:custClr name="Green">
      <a:srgbClr val="508130"/>
    </a:custClr>
    <a:custClr name="Ocean Blue darker">
      <a:srgbClr val="024152"/>
    </a:custClr>
    <a:custClr name="Night Blue darker">
      <a:srgbClr val="133155"/>
    </a:custClr>
    <a:custClr name="Sky Blue darker">
      <a:srgbClr val="5179A9"/>
    </a:custClr>
    <a:custClr name="Turquoise darker">
      <a:srgbClr val="00777A"/>
    </a:custClr>
    <a:custClr name="Yellow darker">
      <a:srgbClr val="D2A000"/>
    </a:custClr>
    <a:custClr name="Orange darker">
      <a:srgbClr val="AF5009"/>
    </a:custClr>
    <a:custClr name="Purple darker">
      <a:srgbClr val="6B175B"/>
    </a:custClr>
    <a:custClr name="Red darker">
      <a:srgbClr val="76102D"/>
    </a:custClr>
    <a:custClr name="Cyan darker">
      <a:srgbClr val="05709B"/>
    </a:custClr>
    <a:custClr name="Green darker">
      <a:srgbClr val="365620"/>
    </a:custClr>
    <a:custClr name="Ocean Blue 30% lighter">
      <a:srgbClr val="4F8B9B"/>
    </a:custClr>
    <a:custClr name="Night Blue 30% lighter">
      <a:srgbClr val="687F9D"/>
    </a:custClr>
    <a:custClr name="Sky Blue 30% lighter">
      <a:srgbClr val="A8BED4"/>
    </a:custClr>
    <a:custClr name="Turquoise 30% lighter">
      <a:srgbClr val="66C2C1"/>
    </a:custClr>
    <a:custClr name="Yellow 30% lighter">
      <a:srgbClr val="FCE37A"/>
    </a:custClr>
    <a:custClr name="Orange 30% lighter">
      <a:srgbClr val="F69954"/>
    </a:custClr>
    <a:custClr name="Purple 30% lighter">
      <a:srgbClr val="BB78AD"/>
    </a:custClr>
    <a:custClr name="Red 30% lighter">
      <a:srgbClr val="CD738C"/>
    </a:custClr>
    <a:custClr name="Cyan 30% lighter">
      <a:srgbClr val="6DCBF1"/>
    </a:custClr>
    <a:custClr name="Green 30% lighter">
      <a:srgbClr val="8BB86D"/>
    </a:custClr>
    <a:custClr name="Ocean Blue 60% lighter">
      <a:srgbClr val="A7C5CD"/>
    </a:custClr>
    <a:custClr name="Night Blue 60% lighter">
      <a:srgbClr val="B9C4D1"/>
    </a:custClr>
    <a:custClr name="Sky Blue 60% lighter">
      <a:srgbClr val="D0DDE8"/>
    </a:custClr>
    <a:custClr name="Turquoise 60% lighter">
      <a:srgbClr val="B2E0E0"/>
    </a:custClr>
    <a:custClr name="Yellow 60% lighter">
      <a:srgbClr val="FDF1BC"/>
    </a:custClr>
    <a:custClr name="Orange 60% lighter">
      <a:srgbClr val="FBCCA9"/>
    </a:custClr>
    <a:custClr name="Purple 60% lighter">
      <a:srgbClr val="DDBBD6"/>
    </a:custClr>
    <a:custClr name="Red 60% lighter">
      <a:srgbClr val="E6B9C5"/>
    </a:custClr>
    <a:custClr name="Cyan 60% lighter">
      <a:srgbClr val="B1E7FD"/>
    </a:custClr>
    <a:custClr name="Green 60% lighter">
      <a:srgbClr val="C9DEBB"/>
    </a:custClr>
  </a:custClrLst>
  <a:extLst>
    <a:ext uri="{05A4C25C-085E-4340-85A3-A5531E510DB2}">
      <thm15:themeFamily xmlns:thm15="http://schemas.microsoft.com/office/thememl/2012/main" name="blank.potx" id="{68C9AA42-38C8-43A0-8B06-11E1B7478548}" vid="{CCCB6312-CDE9-4C81-BF20-51FD3E4D1BAE}"/>
    </a:ext>
  </a:extLst>
</a:theme>
</file>

<file path=ppt/theme/theme2.xml><?xml version="1.0" encoding="utf-8"?>
<a:theme xmlns:a="http://schemas.openxmlformats.org/drawingml/2006/main" name="Office">
  <a:themeElements>
    <a:clrScheme name="BMW Group 2021">
      <a:dk1>
        <a:srgbClr val="000000"/>
      </a:dk1>
      <a:lt1>
        <a:srgbClr val="FFFFFF"/>
      </a:lt1>
      <a:dk2>
        <a:srgbClr val="035970"/>
      </a:dk2>
      <a:lt2>
        <a:srgbClr val="92A2BD"/>
      </a:lt2>
      <a:accent1>
        <a:srgbClr val="548D9E"/>
      </a:accent1>
      <a:accent2>
        <a:srgbClr val="85ACB9"/>
      </a:accent2>
      <a:accent3>
        <a:srgbClr val="ABC4CF"/>
      </a:accent3>
      <a:accent4>
        <a:srgbClr val="C8D7E0"/>
      </a:accent4>
      <a:accent5>
        <a:srgbClr val="DEE5EC"/>
      </a:accent5>
      <a:accent6>
        <a:srgbClr val="E8EBF1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efc58d-653a-435a-a55c-60d45d00242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C9993A762392440B9D7FE02FB1F1C7C" ma:contentTypeVersion="16" ma:contentTypeDescription="Ein neues Dokument erstellen." ma:contentTypeScope="" ma:versionID="ed77a446ac7d60fe5a69fa4d73ba1b77">
  <xsd:schema xmlns:xsd="http://www.w3.org/2001/XMLSchema" xmlns:xs="http://www.w3.org/2001/XMLSchema" xmlns:p="http://schemas.microsoft.com/office/2006/metadata/properties" xmlns:ns3="46efc58d-653a-435a-a55c-60d45d002427" xmlns:ns4="3b59e19a-dcf5-4e1f-af4e-97f1615661ef" targetNamespace="http://schemas.microsoft.com/office/2006/metadata/properties" ma:root="true" ma:fieldsID="b74ede8119b22f6c97fe5b2520984cd4" ns3:_="" ns4:_="">
    <xsd:import namespace="46efc58d-653a-435a-a55c-60d45d002427"/>
    <xsd:import namespace="3b59e19a-dcf5-4e1f-af4e-97f1615661e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fc58d-653a-435a-a55c-60d45d0024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59e19a-dcf5-4e1f-af4e-97f1615661e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058727-59DB-4643-ABA9-B264DCEFDF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CFCD65-5E41-44CF-873A-DAEC5C00A6EC}">
  <ds:schemaRefs>
    <ds:schemaRef ds:uri="http://purl.org/dc/terms/"/>
    <ds:schemaRef ds:uri="3b59e19a-dcf5-4e1f-af4e-97f1615661ef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46efc58d-653a-435a-a55c-60d45d002427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CD519ED-7C02-4C6F-ADF5-8A862159DB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efc58d-653a-435a-a55c-60d45d002427"/>
    <ds:schemaRef ds:uri="3b59e19a-dcf5-4e1f-af4e-97f1615661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6935750-240b-48e4-a615-66942a738439}" enabled="1" method="Standard" siteId="{ce849bab-cc1c-465b-b62e-18f07c9ac198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378</Words>
  <Application>Microsoft Office PowerPoint</Application>
  <PresentationFormat>Widescreen</PresentationFormat>
  <Paragraphs>34</Paragraphs>
  <Slides>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Amasis MT Pro Black</vt:lpstr>
      <vt:lpstr>Arial</vt:lpstr>
      <vt:lpstr>BMW Group Condensed</vt:lpstr>
      <vt:lpstr>BMWGroupTN Condensed</vt:lpstr>
      <vt:lpstr>Wingdings</vt:lpstr>
      <vt:lpstr>Wingdings</vt:lpstr>
      <vt:lpstr>BMW Group</vt:lpstr>
      <vt:lpstr>think-cell Folie</vt:lpstr>
      <vt:lpstr>Relevant user information.</vt:lpstr>
      <vt:lpstr>New features in PowerOn.</vt:lpstr>
      <vt:lpstr>improve the visibility of our logos...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 Sanggeun, FG-AP-52</dc:creator>
  <cp:lastModifiedBy>Ji Sanggeun, FG-AP-52</cp:lastModifiedBy>
  <cp:revision>1</cp:revision>
  <dcterms:created xsi:type="dcterms:W3CDTF">2026-02-06T09:30:36Z</dcterms:created>
  <dcterms:modified xsi:type="dcterms:W3CDTF">2026-02-06T09:31:17Z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0x0101000C9993A762392440B9D7FE02FB1F1C7C</vt:lpwstr>
  </property>
  <property fmtid="{D5CDD505-2E9C-101B-9397-08002B2CF9AE}" pid="3" name="MSIP_Label_e6935750-240b-48e4-a615-66942a738439_Enabled">
    <vt:lpwstr>true</vt:lpwstr>
  </property>
  <property fmtid="{D5CDD505-2E9C-101B-9397-08002B2CF9AE}" pid="4" name="MSIP_Label_e6935750-240b-48e4-a615-66942a738439_SetDate">
    <vt:lpwstr>2025-08-04T07:35:46Z</vt:lpwstr>
  </property>
  <property fmtid="{D5CDD505-2E9C-101B-9397-08002B2CF9AE}" pid="5" name="MSIP_Label_e6935750-240b-48e4-a615-66942a738439_Method">
    <vt:lpwstr>Standard</vt:lpwstr>
  </property>
  <property fmtid="{D5CDD505-2E9C-101B-9397-08002B2CF9AE}" pid="6" name="MSIP_Label_e6935750-240b-48e4-a615-66942a738439_Name">
    <vt:lpwstr>e6935750-240b-48e4-a615-66942a738439</vt:lpwstr>
  </property>
  <property fmtid="{D5CDD505-2E9C-101B-9397-08002B2CF9AE}" pid="7" name="MSIP_Label_e6935750-240b-48e4-a615-66942a738439_SiteId">
    <vt:lpwstr>ce849bab-cc1c-465b-b62e-18f07c9ac198</vt:lpwstr>
  </property>
  <property fmtid="{D5CDD505-2E9C-101B-9397-08002B2CF9AE}" pid="8" name="MSIP_Label_e6935750-240b-48e4-a615-66942a738439_ActionId">
    <vt:lpwstr>825cc886-d864-4ebd-8fa8-13049a8131e7</vt:lpwstr>
  </property>
  <property fmtid="{D5CDD505-2E9C-101B-9397-08002B2CF9AE}" pid="9" name="MSIP_Label_e6935750-240b-48e4-a615-66942a738439_ContentBits">
    <vt:lpwstr>2</vt:lpwstr>
  </property>
  <property fmtid="{D5CDD505-2E9C-101B-9397-08002B2CF9AE}" pid="10" name="MSIP_Label_e6935750-240b-48e4-a615-66942a738439_Tag">
    <vt:lpwstr>10, 3, 0, 1</vt:lpwstr>
  </property>
  <property fmtid="{D5CDD505-2E9C-101B-9397-08002B2CF9AE}" pid="11" name="ClassificationContentMarkingFooterLocations">
    <vt:lpwstr>BMW Group 2021:4</vt:lpwstr>
  </property>
  <property fmtid="{D5CDD505-2E9C-101B-9397-08002B2CF9AE}" pid="12" name="ClassificationContentMarkingFooterText">
    <vt:lpwstr>CONFIDENTIAL</vt:lpwstr>
  </property>
</Properties>
</file>