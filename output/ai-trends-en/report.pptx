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3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ea typeface="Apple SD Gothic Neo"/>
                <a:latin typeface="Apple SD Gothic Neo"/>
              </a:rPr>
              <a:t>AI Trends 2025-2026: The Age of Agentic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ea typeface="Apple SD Gothic Neo"/>
                <a:latin typeface="Apple SD Gothic Neo"/>
              </a:rPr>
              <a:t>IT Team Knowledge Sharing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ea typeface="Apple SD Gothic Neo"/>
                <a:latin typeface="Apple SD Gothic Neo"/>
              </a:rPr>
              <a:t>The Past Year in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**2024.11** MCP announced (Anthropic) — AI-to-tool connectivity standard emerges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**2025.01** DeepSeek R1 released — open-source shockwave, price war begins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**2025.02** "Vibe Coding" coined (Karpathy) — writing code without reading it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**2025.03** OpenAI Agents SDK — agent framework competition heats up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**2025.05** Claude Code launched — CLI-based AI agents begin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**2025.09** Notion 3.0 AI Agents — services embed their own AI agents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**2025.10** n8n Series C $180M (Nvidia) — massive bet on workflow + AI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**2025.12** MCP → Linux Foundation — standard established, industry moves on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**2026.01** OpenClaw viral (250K stars) — peak and controversy of vibe coding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**2026.02** Claude 4.6 / Karpathy: "Vibe coding is behind us" — agentic engineering era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ea typeface="Apple SD Gothic Neo"/>
                <a:latin typeface="Apple SD Gothic Neo"/>
              </a:rPr>
              <a:t>The LLM Race: A Five-Way Battle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**OpenAI** — GPT-4.1, o3, o4-mini: Reasoning-focused, 1M tokens, price competitive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**Anthropic** — Claude Sonnet/Opus 4.6: #1 coding, 30h+ autonomous tasks, agent teams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**Google** — Gemini 2.5 Pro: 1M tokens, Deep Think mode, top math/coding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**Open Source** — DeepSeek R1, Llama 4 Scout (10M tokens): Price disruption + rapid catch-up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**Challengers** — xAI Grok 3, Mistral: 200K GPU infra, EU data sovereignty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2024: Highest benchmark wins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2025: How long can it work autonomously?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2026: How well can it orchestrate agent teams?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ea typeface="Apple SD Gothic Neo"/>
                <a:latin typeface="Apple SD Gothic Neo"/>
              </a:rPr>
              <a:t>MCP: Rise, Limits, and the Native AI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Notion, Linear, GitHub, Slack → all building native AI agents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CLI tools are 33% more efficient than MCP for AI agents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MCP GitHub server: ~55,000 tokens vs CLI `gh`: ~200 tokens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Not going away (already a standard)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Shifting from "master key" to "one of several approaches"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The real winner: the orchestration layer that combines everything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ea typeface="Apple SD Gothic Neo"/>
                <a:latin typeface="Apple SD Gothic Neo"/>
              </a:rPr>
              <a:t>From Vibe Coding to Agentic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2023: Autocomplete (Copilot, Tabnine) — "predict the next line"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2024: Chat-based IDE (Cursor, Windsurf) — "edit via conversation"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2025: CLI Agents (Claude Code, Aider) — "manage projects from terminal"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2026: Team Agents (Claude Code Teams, n8n) — "multiple agents collaborating"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OpenClaw: 250K+ stars, fastest ever — but 2.74x more security vulnerabilities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Karpathy (2026): "Vibe coding is already behind us. Now it's agentic engineering."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AI writes the code, humans supervise and orchestrate — the new standard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ea typeface="Apple SD Gothic Neo"/>
                <a:latin typeface="Apple SD Gothic Neo"/>
              </a:rPr>
              <a:t>Context Engineering: The New Essential Skill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System Prompt — AI's role and rules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User Prompt — Current task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Conversation History — Context so far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Long-term Memory — Cross-session persistence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Retrieved Information (RAG) — Relevant documents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Available Tools — APIs, MCP, functions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Output Format — Structured response definitions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ea typeface="Apple SD Gothic Neo"/>
                <a:latin typeface="Apple SD Gothic Neo"/>
              </a:rPr>
              <a:t>Agentic AI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Generative AI = Chef who gives you the recipe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Agentic AI = Chef who shops, cooks, sets the table, and serves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Gen 1: Rule-based chatbots (~2022)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Gen 2: Generative AI (2023, ChatGPT)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Gen 3: Copilots (2024)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Gen 4: Single Agents (2025, Claude Code)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Gen 5: Multi-Agent Systems (2026, Agent Teams)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ea typeface="Apple SD Gothic Neo"/>
                <a:latin typeface="Apple SD Gothic Neo"/>
              </a:rPr>
              <a:t>n8n: Making Agentic AI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Autonomy → Trigger-based auto-execution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Multi-step Reasoning → AI Agent node with Plan &amp; Execute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Tool Use → 500+ integrations + bidirectional MCP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Memory → PostgreSQL/Redis memory nodes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Adaptability → Conditional branching, error handling, retry logic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Mercedes-Benz: MBUX in-vehicle AI agent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BMW: Automated dealer support + Neue Klasse AI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Delivery Hero: 200 hours saved/month via n8n workflows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BeGlobal: 10x scaling, under 1 min per AI-generated proposal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ea typeface="Apple SD Gothic Neo"/>
                <a:latin typeface="Apple SD Gothic Neo"/>
              </a:rPr>
              <a:t>Conclusion: What We Can Do Right 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ea typeface="Apple SD Gothic Neo"/>
                <a:latin typeface="Apple SD Gothic Neo"/>
              </a:rPr>
              <a:t>• Week 1: Install n8n self-hosted, explore workflows</a:t>
            </a:r>
          </a:p>
          <a:p>
            <a:r>
              <a:rPr>
                <a:ea typeface="Apple SD Gothic Neo"/>
                <a:latin typeface="Apple SD Gothic Neo"/>
              </a:rPr>
              <a:t>• Week 2: Build simple automation with AI Agent node</a:t>
            </a:r>
          </a:p>
          <a:p>
            <a:r>
              <a:rPr>
                <a:ea typeface="Apple SD Gothic Neo"/>
                <a:latin typeface="Apple SD Gothic Neo"/>
              </a:rPr>
              <a:t>• Week 3: Convert one real business process to agentic workflow</a:t>
            </a:r>
          </a:p>
          <a:p>
            <a:r>
              <a:rPr>
                <a:ea typeface="Apple SD Gothic Neo"/>
                <a:latin typeface="Apple SD Gothic Neo"/>
              </a:rPr>
              <a:t>• Week 4: Team review — Go / No-Go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ea typeface="Apple SD Gothic Neo"/>
                <a:latin typeface="Apple SD Gothic Neo"/>
              </a:rPr>
              <a:t>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**The Past Year in Review**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**The LLM Race: A Five-Way Battle**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**MCP: Rise, Limits, and the Native AI Era**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**From Vibe Coding to Agentic Engineering**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**Context Engineering: The New Essential Skill**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**Agentic AI Deep Dive**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**n8n: Making Agentic AI Real**</a:t>
            </a:r>
          </a:p>
          <a:p>
            <a:pPr>
              <a:spcAft>
                <a:spcPts val="400"/>
              </a:spcAft>
            </a:pPr>
            <a:r>
              <a:rPr>
                <a:ea typeface="Apple SD Gothic Neo"/>
                <a:latin typeface="Apple SD Gothic Neo"/>
              </a:rPr>
              <a:t>**Conclusion: What We Can Do Right Now**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