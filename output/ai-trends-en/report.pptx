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2E"/>
                </a:solidFill>
                <a:latin typeface="Apple SD Gothic Neo"/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AI Trends 2025-2026: The Age of Agentic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The Past Year in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The LLM Race: A Five-Way Battle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FF"/>
                </a:solidFill>
                <a:latin typeface="Apple SD Gothic Neo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Apple SD Gothic Ne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MCP: Rise, Limits, and the Native AI 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Notion, Linear, GitHub, Slack → all building native AI agents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CLI tools are 33% more efficient than MCP for AI agents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MCP GitHub server: ~55,000 tokens vs CLI `gh`: ~200 tokens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Not going away (already a standard)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Shifting from "master key" to "one of several approaches"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The real winner: the orchestration layer that combines everything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From Vibe Coding to Agentic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2023: Autocomplete (Copilot, Tabnine) — "predict the next line"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2024: Chat-based IDE (Cursor, Windsurf) — "edit via conversation"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2025: CLI Agents (Claude Code, Aider) — "manage projects from terminal"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2026: Team Agents (Claude Code Teams, n8n) — "multiple agents collaborating"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OpenClaw: 250K+ stars, fastest ever — but 2.74x more security vulnerabilities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Karpathy (2026): "Vibe coding is already behind us. Now it's agentic engineering."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AI writes the code, humans supervise and orchestrate — the new standard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Context Engineering: The New Essential Skill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FF"/>
                </a:solidFill>
                <a:latin typeface="Apple SD Gothic Neo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Apple SD Gothic Neo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Agentic AI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Generative AI = Chef who gives you the recipe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Agentic AI = Chef who shops, cooks, sets the table, and serves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Gen 1: Rule-based chatbots (~2022)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Gen 2: Generative AI (2023, ChatGPT)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Gen 3: Copilots (2024)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Gen 4: Single Agents (2025, Claude Code)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Gen 5: Multi-Agent Systems (2026, Agent Teams)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n8n: Making Agentic AI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Autonomy → Trigger-based auto-execution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Multi-step Reasoning → AI Agent node with Plan &amp; Execute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Tool Use → 500+ integrations + bidirectional MCP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Memory → PostgreSQL/Redis memory nodes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Adaptability → Conditional branching, error handling, retry logic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Mercedes-Benz: MBUX in-vehicle AI agent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BMW: Automated dealer support + Neue Klasse AI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Delivery Hero: 200 hours saved/month via n8n workflows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BeGlobal: 10x scaling, under 1 min per AI-generated proposal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Conclusion: What We Can Do Right Now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**AI Trends 2025-2026: The Age of Agentic AI**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**The Past Year in Review**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**The LLM Race: A Five-Way Battle**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**MCP: Rise, Limits, and the Native AI Era**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**From Vibe Coding to Agentic Engineering**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**Context Engineering: The New Essential Skill**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**Agentic AI Deep Dive**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**n8n: Making Agentic AI Real**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Apple SD Gothic Neo"/>
              </a:defRPr>
            </a:pPr>
            <a:r>
              <a:rPr>
                <a:ea typeface="Apple SD Gothic Neo"/>
                <a:latin typeface="Apple SD Gothic Neo"/>
              </a:rPr>
              <a:t>• **Conclusion: What We Can Do Right Now**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